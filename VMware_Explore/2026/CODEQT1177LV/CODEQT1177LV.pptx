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  <p:sldMasterId id="2147483707" r:id="rId2"/>
  </p:sldMasterIdLst>
  <p:notesMasterIdLst>
    <p:notesMasterId r:id="rId16"/>
  </p:notesMasterIdLst>
  <p:sldIdLst>
    <p:sldId id="259" r:id="rId3"/>
    <p:sldId id="261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62" r:id="rId14"/>
    <p:sldId id="264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g3eadce0b428_0_3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8" name="Google Shape;1098;g3eadce0b428_0_3160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 strike="noStrike"/>
              <a:t>Click to add notes</a:t>
            </a:r>
            <a:endParaRPr/>
          </a:p>
        </p:txBody>
      </p:sp>
      <p:sp>
        <p:nvSpPr>
          <p:cNvPr id="1099" name="Google Shape;1099;g3eadce0b428_0_31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62787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55636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84195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23594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00855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798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1687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80435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32611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g3eadce0b428_0_3183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4" name="Google Shape;1124;g3eadce0b428_0_3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Google Shape;1138;g3eadce0b428_0_3196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9" name="Google Shape;1139;g3eadce0b428_0_3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_Title Slide – VMware Explore">
  <p:cSld name="1_Title Slide – VMware Explore">
    <p:bg>
      <p:bgPr>
        <a:gradFill>
          <a:gsLst>
            <a:gs pos="0">
              <a:srgbClr val="005BF8"/>
            </a:gs>
            <a:gs pos="13000">
              <a:srgbClr val="0036A4"/>
            </a:gs>
            <a:gs pos="39000">
              <a:srgbClr val="001559"/>
            </a:gs>
            <a:gs pos="100000">
              <a:srgbClr val="001559"/>
            </a:gs>
          </a:gsLst>
          <a:lin ang="18900044" scaled="0"/>
        </a:gra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6" descr="A white text on a black background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3709" y="395953"/>
            <a:ext cx="2602268" cy="400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32859" y="4561156"/>
            <a:ext cx="1255920" cy="371543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 descr="A black background with blue dot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51172" t="12892"/>
          <a:stretch/>
        </p:blipFill>
        <p:spPr>
          <a:xfrm rot="10800000" flipH="1">
            <a:off x="4677993" y="0"/>
            <a:ext cx="4466006" cy="4480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13324" y="177355"/>
            <a:ext cx="4480227" cy="448022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 txBox="1">
            <a:spLocks noGrp="1"/>
          </p:cNvSpPr>
          <p:nvPr>
            <p:ph type="body" idx="1"/>
          </p:nvPr>
        </p:nvSpPr>
        <p:spPr>
          <a:xfrm>
            <a:off x="441485" y="3859233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  <a:defRPr sz="1200" b="0" i="0" u="none" strike="noStrike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92" name="Google Shape;92;p16"/>
          <p:cNvSpPr txBox="1">
            <a:spLocks noGrp="1"/>
          </p:cNvSpPr>
          <p:nvPr>
            <p:ph type="body" idx="2"/>
          </p:nvPr>
        </p:nvSpPr>
        <p:spPr>
          <a:xfrm>
            <a:off x="441485" y="4144274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93" name="Google Shape;93;p16"/>
          <p:cNvSpPr txBox="1">
            <a:spLocks noGrp="1"/>
          </p:cNvSpPr>
          <p:nvPr>
            <p:ph type="body" idx="3"/>
          </p:nvPr>
        </p:nvSpPr>
        <p:spPr>
          <a:xfrm>
            <a:off x="441485" y="4420654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94" name="Google Shape;94;p16"/>
          <p:cNvSpPr txBox="1">
            <a:spLocks noGrp="1"/>
          </p:cNvSpPr>
          <p:nvPr>
            <p:ph type="body" idx="4"/>
          </p:nvPr>
        </p:nvSpPr>
        <p:spPr>
          <a:xfrm>
            <a:off x="441485" y="1824686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95" name="Google Shape;95;p16"/>
          <p:cNvSpPr txBox="1">
            <a:spLocks noGrp="1"/>
          </p:cNvSpPr>
          <p:nvPr>
            <p:ph type="body" idx="5"/>
          </p:nvPr>
        </p:nvSpPr>
        <p:spPr>
          <a:xfrm>
            <a:off x="441837" y="2370535"/>
            <a:ext cx="41304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00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Char char="​"/>
              <a:defRPr sz="30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body" idx="6"/>
          </p:nvPr>
        </p:nvSpPr>
        <p:spPr>
          <a:xfrm>
            <a:off x="441660" y="3334232"/>
            <a:ext cx="4130400" cy="3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92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​"/>
              <a:defRPr sz="21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and Content">
  <p:cSld name="Title, Subtitle and Content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7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100"/>
              <a:buChar char="–"/>
              <a:defRPr>
                <a:solidFill>
                  <a:schemeClr val="dk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Char char="–"/>
              <a:defRPr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Char char="•"/>
              <a:defRPr>
                <a:solidFill>
                  <a:srgbClr val="3B3B3B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/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01" name="Google Shape;101;p1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Section Header – VMware Explore - Stay Connected">
  <p:cSld name="3_Section Header – VMware Explore - Stay Connected">
    <p:bg>
      <p:bgPr>
        <a:gradFill>
          <a:gsLst>
            <a:gs pos="0">
              <a:srgbClr val="005BF8"/>
            </a:gs>
            <a:gs pos="13000">
              <a:srgbClr val="0036A4"/>
            </a:gs>
            <a:gs pos="39000">
              <a:srgbClr val="001559"/>
            </a:gs>
            <a:gs pos="100000">
              <a:srgbClr val="001559"/>
            </a:gs>
          </a:gsLst>
          <a:lin ang="18900044" scaled="0"/>
        </a:gra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>
            <a:spLocks noGrp="1"/>
          </p:cNvSpPr>
          <p:nvPr>
            <p:ph type="title"/>
          </p:nvPr>
        </p:nvSpPr>
        <p:spPr>
          <a:xfrm>
            <a:off x="441946" y="1575061"/>
            <a:ext cx="44547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sz="2700" b="0" cap="none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ubTitle" idx="1"/>
          </p:nvPr>
        </p:nvSpPr>
        <p:spPr>
          <a:xfrm>
            <a:off x="452342" y="2571750"/>
            <a:ext cx="44547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106" name="Google Shape;106;p1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" name="Google Shape;107;p18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08" name="Google Shape;108;p1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09" name="Google Shape;109;p1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0" name="Google Shape;110;p1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1" name="Google Shape;111;p1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2" name="Google Shape;112;p1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3" name="Google Shape;113;p1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4" name="Google Shape;114;p1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5" name="Google Shape;115;p1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" name="Google Shape;116;p1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" name="Google Shape;117;p1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8" name="Google Shape;118;p1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9" name="Google Shape;119;p1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20" name="Google Shape;120;p1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" name="Google Shape;121;p1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" name="Google Shape;122;p1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3" name="Google Shape;123;p1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" name="Google Shape;124;p1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" name="Google Shape;125;p1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6" name="Google Shape;126;p1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27" name="Google Shape;127;p18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</a:pPr>
            <a:r>
              <a:rPr lang="en" sz="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  <p:pic>
        <p:nvPicPr>
          <p:cNvPr id="128" name="Google Shape;128;p18" descr="A white text on a black background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3709" y="395953"/>
            <a:ext cx="2602268" cy="400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9"/>
          <p:cNvSpPr txBox="1">
            <a:spLocks noGrp="1"/>
          </p:cNvSpPr>
          <p:nvPr>
            <p:ph type="body" idx="1"/>
          </p:nvPr>
        </p:nvSpPr>
        <p:spPr>
          <a:xfrm>
            <a:off x="457319" y="950706"/>
            <a:ext cx="1455300" cy="14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​"/>
              <a:defRPr sz="24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body" idx="2"/>
          </p:nvPr>
        </p:nvSpPr>
        <p:spPr>
          <a:xfrm>
            <a:off x="2171075" y="950706"/>
            <a:ext cx="5503500" cy="325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92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900"/>
              <a:buFont typeface="Arial"/>
              <a:buChar char="•"/>
              <a:defRPr sz="2100"/>
            </a:lvl1pPr>
            <a:lvl2pPr marL="914400" lvl="1" indent="-330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–"/>
              <a:defRPr sz="1500"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•"/>
              <a:defRPr sz="1400"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–"/>
              <a:defRPr sz="1400"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Leaf">
  <p:cSld name="Title Slide – Leaf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/>
          <p:nvPr/>
        </p:nvSpPr>
        <p:spPr>
          <a:xfrm>
            <a:off x="-2859" y="-195"/>
            <a:ext cx="4751132" cy="3552977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7000">
                <a:schemeClr val="accent4"/>
              </a:gs>
              <a:gs pos="83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0"/>
          <p:cNvSpPr txBox="1">
            <a:spLocks noGrp="1"/>
          </p:cNvSpPr>
          <p:nvPr>
            <p:ph type="title"/>
          </p:nvPr>
        </p:nvSpPr>
        <p:spPr>
          <a:xfrm>
            <a:off x="4946000" y="1276385"/>
            <a:ext cx="3828300" cy="9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Arial"/>
              <a:buNone/>
              <a:defRPr sz="30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0"/>
          <p:cNvSpPr txBox="1">
            <a:spLocks noGrp="1"/>
          </p:cNvSpPr>
          <p:nvPr>
            <p:ph type="subTitle" idx="1"/>
          </p:nvPr>
        </p:nvSpPr>
        <p:spPr>
          <a:xfrm>
            <a:off x="4945999" y="2239910"/>
            <a:ext cx="3838500" cy="3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138" name="Google Shape;138;p20"/>
          <p:cNvSpPr txBox="1">
            <a:spLocks noGrp="1"/>
          </p:cNvSpPr>
          <p:nvPr>
            <p:ph type="body" idx="2"/>
          </p:nvPr>
        </p:nvSpPr>
        <p:spPr>
          <a:xfrm>
            <a:off x="4945999" y="3553069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  <a:defRPr sz="1200" b="0" i="0" u="none" strike="noStrike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39" name="Google Shape;139;p20"/>
          <p:cNvSpPr txBox="1">
            <a:spLocks noGrp="1"/>
          </p:cNvSpPr>
          <p:nvPr>
            <p:ph type="body" idx="3"/>
          </p:nvPr>
        </p:nvSpPr>
        <p:spPr>
          <a:xfrm>
            <a:off x="4945999" y="383811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40" name="Google Shape;140;p20"/>
          <p:cNvSpPr txBox="1">
            <a:spLocks noGrp="1"/>
          </p:cNvSpPr>
          <p:nvPr>
            <p:ph type="body" idx="4"/>
          </p:nvPr>
        </p:nvSpPr>
        <p:spPr>
          <a:xfrm>
            <a:off x="4945999" y="411449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1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grpSp>
        <p:nvGrpSpPr>
          <p:cNvPr id="141" name="Google Shape;141;p20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42" name="Google Shape;142;p2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43" name="Google Shape;143;p2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" name="Google Shape;144;p2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" name="Google Shape;145;p2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" name="Google Shape;146;p2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" name="Google Shape;147;p2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" name="Google Shape;148;p2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" name="Google Shape;149;p2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" name="Google Shape;150;p2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" name="Google Shape;151;p2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" name="Google Shape;152;p2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3" name="Google Shape;153;p2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54" name="Google Shape;154;p2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" name="Google Shape;155;p2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6" name="Google Shape;156;p2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7" name="Google Shape;157;p2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8" name="Google Shape;158;p2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9" name="Google Shape;159;p2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0" name="Google Shape;160;p2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61" name="Google Shape;161;p20"/>
          <p:cNvSpPr/>
          <p:nvPr/>
        </p:nvSpPr>
        <p:spPr>
          <a:xfrm>
            <a:off x="-2859" y="-195"/>
            <a:ext cx="4751132" cy="3552977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7000">
                <a:schemeClr val="accent4"/>
              </a:gs>
              <a:gs pos="83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0"/>
          <p:cNvSpPr/>
          <p:nvPr/>
        </p:nvSpPr>
        <p:spPr>
          <a:xfrm>
            <a:off x="-5744" y="486362"/>
            <a:ext cx="9154106" cy="4059967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3" name="Google Shape;163;p20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64" name="Google Shape;164;p2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65" name="Google Shape;165;p2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6" name="Google Shape;166;p2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7" name="Google Shape;167;p2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8" name="Google Shape;168;p2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9" name="Google Shape;169;p2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0" name="Google Shape;170;p2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1" name="Google Shape;171;p2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2" name="Google Shape;172;p2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3" name="Google Shape;173;p2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4" name="Google Shape;174;p2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5" name="Google Shape;175;p2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76" name="Google Shape;176;p2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7" name="Google Shape;177;p2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8" name="Google Shape;178;p2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9" name="Google Shape;179;p2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0" name="Google Shape;180;p2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1" name="Google Shape;181;p2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2" name="Google Shape;182;p2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83" name="Google Shape;183;p20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Aqua">
  <p:cSld name="Title Slide – Aqua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/>
          <p:nvPr/>
        </p:nvSpPr>
        <p:spPr>
          <a:xfrm>
            <a:off x="0" y="493582"/>
            <a:ext cx="9144301" cy="4655745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181006" sx="102000" sy="102000" algn="ctr" rotWithShape="0">
              <a:schemeClr val="accent3">
                <a:alpha val="14900"/>
              </a:schemeClr>
            </a:outerShdw>
          </a:effectLst>
        </p:spPr>
      </p:sp>
      <p:sp>
        <p:nvSpPr>
          <p:cNvPr id="186" name="Google Shape;186;p21"/>
          <p:cNvSpPr/>
          <p:nvPr/>
        </p:nvSpPr>
        <p:spPr>
          <a:xfrm>
            <a:off x="-2859" y="-195"/>
            <a:ext cx="4751132" cy="3552977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6000">
                <a:schemeClr val="accent2"/>
              </a:gs>
              <a:gs pos="90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1"/>
          <p:cNvSpPr/>
          <p:nvPr/>
        </p:nvSpPr>
        <p:spPr>
          <a:xfrm>
            <a:off x="-5744" y="486362"/>
            <a:ext cx="9154106" cy="4059967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1"/>
          <p:cNvSpPr txBox="1">
            <a:spLocks noGrp="1"/>
          </p:cNvSpPr>
          <p:nvPr>
            <p:ph type="body" idx="1"/>
          </p:nvPr>
        </p:nvSpPr>
        <p:spPr>
          <a:xfrm>
            <a:off x="4945999" y="3553069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  <a:defRPr sz="1200" b="0" i="0" u="none" strike="noStrike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89" name="Google Shape;189;p21"/>
          <p:cNvSpPr txBox="1">
            <a:spLocks noGrp="1"/>
          </p:cNvSpPr>
          <p:nvPr>
            <p:ph type="body" idx="2"/>
          </p:nvPr>
        </p:nvSpPr>
        <p:spPr>
          <a:xfrm>
            <a:off x="4945999" y="383811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90" name="Google Shape;190;p21"/>
          <p:cNvSpPr txBox="1">
            <a:spLocks noGrp="1"/>
          </p:cNvSpPr>
          <p:nvPr>
            <p:ph type="body" idx="3"/>
          </p:nvPr>
        </p:nvSpPr>
        <p:spPr>
          <a:xfrm>
            <a:off x="4945999" y="411449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1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92" name="Google Shape;192;p2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93" name="Google Shape;193;p2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4" name="Google Shape;194;p2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" name="Google Shape;195;p2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" name="Google Shape;196;p2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" name="Google Shape;197;p2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" name="Google Shape;198;p2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" name="Google Shape;199;p2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" name="Google Shape;200;p2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" name="Google Shape;201;p2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" name="Google Shape;202;p2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203;p2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04" name="Google Shape;204;p2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" name="Google Shape;205;p2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" name="Google Shape;206;p2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" name="Google Shape;207;p2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" name="Google Shape;208;p2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" name="Google Shape;209;p2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" name="Google Shape;210;p2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11" name="Google Shape;211;p21"/>
          <p:cNvSpPr txBox="1">
            <a:spLocks noGrp="1"/>
          </p:cNvSpPr>
          <p:nvPr>
            <p:ph type="title"/>
          </p:nvPr>
        </p:nvSpPr>
        <p:spPr>
          <a:xfrm>
            <a:off x="4946000" y="1276385"/>
            <a:ext cx="3828300" cy="9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Arial"/>
              <a:buNone/>
              <a:defRPr sz="30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1"/>
          <p:cNvSpPr txBox="1">
            <a:spLocks noGrp="1"/>
          </p:cNvSpPr>
          <p:nvPr>
            <p:ph type="subTitle" idx="4"/>
          </p:nvPr>
        </p:nvSpPr>
        <p:spPr>
          <a:xfrm>
            <a:off x="4945999" y="2239910"/>
            <a:ext cx="3838500" cy="3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213" name="Google Shape;213;p21"/>
          <p:cNvSpPr/>
          <p:nvPr/>
        </p:nvSpPr>
        <p:spPr>
          <a:xfrm>
            <a:off x="-5744" y="486362"/>
            <a:ext cx="9154106" cy="4059967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4" name="Google Shape;214;p21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215" name="Google Shape;215;p2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16" name="Google Shape;216;p2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7" name="Google Shape;217;p2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" name="Google Shape;218;p2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" name="Google Shape;219;p2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0" name="Google Shape;220;p2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1" name="Google Shape;221;p2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2" name="Google Shape;222;p2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" name="Google Shape;223;p2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" name="Google Shape;224;p2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5" name="Google Shape;225;p2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6" name="Google Shape;226;p2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27" name="Google Shape;227;p2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" name="Google Shape;228;p2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" name="Google Shape;229;p2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0" name="Google Shape;230;p2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" name="Google Shape;231;p2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2" name="Google Shape;232;p2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3" name="Google Shape;233;p2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34" name="Google Shape;234;p21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Plum">
  <p:cSld name="Title Slide – Plum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"/>
          <p:cNvSpPr/>
          <p:nvPr/>
        </p:nvSpPr>
        <p:spPr>
          <a:xfrm>
            <a:off x="0" y="493582"/>
            <a:ext cx="9144301" cy="4655745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181006" sx="102000" sy="102000" algn="ctr" rotWithShape="0">
              <a:schemeClr val="accent3">
                <a:alpha val="14900"/>
              </a:schemeClr>
            </a:outerShdw>
          </a:effectLst>
        </p:spPr>
      </p:sp>
      <p:sp>
        <p:nvSpPr>
          <p:cNvPr id="237" name="Google Shape;237;p22"/>
          <p:cNvSpPr/>
          <p:nvPr/>
        </p:nvSpPr>
        <p:spPr>
          <a:xfrm>
            <a:off x="-2859" y="-195"/>
            <a:ext cx="4751132" cy="3552977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5"/>
              </a:gs>
              <a:gs pos="16000">
                <a:schemeClr val="accent5"/>
              </a:gs>
              <a:gs pos="45000">
                <a:srgbClr val="4764A1"/>
              </a:gs>
              <a:gs pos="90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22"/>
          <p:cNvSpPr txBox="1">
            <a:spLocks noGrp="1"/>
          </p:cNvSpPr>
          <p:nvPr>
            <p:ph type="body" idx="1"/>
          </p:nvPr>
        </p:nvSpPr>
        <p:spPr>
          <a:xfrm>
            <a:off x="4945999" y="3553069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  <a:defRPr sz="1200" b="0" i="0" u="none" strike="noStrike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239" name="Google Shape;239;p22"/>
          <p:cNvSpPr txBox="1">
            <a:spLocks noGrp="1"/>
          </p:cNvSpPr>
          <p:nvPr>
            <p:ph type="body" idx="2"/>
          </p:nvPr>
        </p:nvSpPr>
        <p:spPr>
          <a:xfrm>
            <a:off x="4945999" y="383811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240" name="Google Shape;240;p22"/>
          <p:cNvSpPr txBox="1">
            <a:spLocks noGrp="1"/>
          </p:cNvSpPr>
          <p:nvPr>
            <p:ph type="body" idx="3"/>
          </p:nvPr>
        </p:nvSpPr>
        <p:spPr>
          <a:xfrm>
            <a:off x="4945999" y="411449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1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grpSp>
        <p:nvGrpSpPr>
          <p:cNvPr id="241" name="Google Shape;241;p22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242" name="Google Shape;242;p22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43" name="Google Shape;243;p22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4" name="Google Shape;244;p22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5" name="Google Shape;245;p22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" name="Google Shape;246;p22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" name="Google Shape;247;p22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8" name="Google Shape;248;p22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9" name="Google Shape;249;p22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0" name="Google Shape;250;p22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" name="Google Shape;251;p22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2" name="Google Shape;252;p22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3" name="Google Shape;253;p22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54" name="Google Shape;254;p22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5" name="Google Shape;255;p22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" name="Google Shape;256;p22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" name="Google Shape;257;p22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" name="Google Shape;258;p22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" name="Google Shape;259;p22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0" name="Google Shape;260;p22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61" name="Google Shape;261;p22"/>
          <p:cNvSpPr txBox="1">
            <a:spLocks noGrp="1"/>
          </p:cNvSpPr>
          <p:nvPr>
            <p:ph type="title"/>
          </p:nvPr>
        </p:nvSpPr>
        <p:spPr>
          <a:xfrm>
            <a:off x="4946000" y="1276385"/>
            <a:ext cx="3828300" cy="9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Arial"/>
              <a:buNone/>
              <a:defRPr sz="30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22"/>
          <p:cNvSpPr txBox="1">
            <a:spLocks noGrp="1"/>
          </p:cNvSpPr>
          <p:nvPr>
            <p:ph type="subTitle" idx="4"/>
          </p:nvPr>
        </p:nvSpPr>
        <p:spPr>
          <a:xfrm>
            <a:off x="4945999" y="2239910"/>
            <a:ext cx="3838500" cy="3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263" name="Google Shape;263;p22"/>
          <p:cNvSpPr/>
          <p:nvPr/>
        </p:nvSpPr>
        <p:spPr>
          <a:xfrm>
            <a:off x="-5744" y="486362"/>
            <a:ext cx="9154106" cy="4059967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rgbClr val="6C4B91"/>
              </a:gs>
              <a:gs pos="100000">
                <a:srgbClr val="6C4B91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4" name="Google Shape;264;p22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265" name="Google Shape;265;p22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66" name="Google Shape;266;p22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" name="Google Shape;267;p22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" name="Google Shape;268;p22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9" name="Google Shape;269;p22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0" name="Google Shape;270;p22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" name="Google Shape;271;p22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" name="Google Shape;272;p22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3" name="Google Shape;273;p22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" name="Google Shape;274;p22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" name="Google Shape;275;p22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6" name="Google Shape;276;p22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77" name="Google Shape;277;p22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8" name="Google Shape;278;p22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" name="Google Shape;279;p22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" name="Google Shape;280;p22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1" name="Google Shape;281;p22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" name="Google Shape;282;p22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" name="Google Shape;283;p22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84" name="Google Shape;284;p22"/>
          <p:cNvSpPr/>
          <p:nvPr/>
        </p:nvSpPr>
        <p:spPr>
          <a:xfrm>
            <a:off x="-5744" y="486362"/>
            <a:ext cx="9154106" cy="4059967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rgbClr val="6C4B91"/>
              </a:gs>
              <a:gs pos="100000">
                <a:srgbClr val="6C4B91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2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Leaf">
  <p:cSld name="Section Header – Leaf"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3"/>
          <p:cNvSpPr txBox="1">
            <a:spLocks noGrp="1"/>
          </p:cNvSpPr>
          <p:nvPr>
            <p:ph type="title"/>
          </p:nvPr>
        </p:nvSpPr>
        <p:spPr>
          <a:xfrm>
            <a:off x="441946" y="704096"/>
            <a:ext cx="48219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8" name="Google Shape;288;p23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8075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289" name="Google Shape;289;p2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3"/>
          <p:cNvSpPr/>
          <p:nvPr/>
        </p:nvSpPr>
        <p:spPr>
          <a:xfrm>
            <a:off x="4895407" y="500014"/>
            <a:ext cx="4247486" cy="3998996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21000">
                <a:schemeClr val="accent4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Aqua">
  <p:cSld name="Section Header – Aqua"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4"/>
          <p:cNvSpPr txBox="1">
            <a:spLocks noGrp="1"/>
          </p:cNvSpPr>
          <p:nvPr>
            <p:ph type="title"/>
          </p:nvPr>
        </p:nvSpPr>
        <p:spPr>
          <a:xfrm>
            <a:off x="441945" y="704096"/>
            <a:ext cx="49422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24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9317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295" name="Google Shape;295;p2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4"/>
          <p:cNvSpPr/>
          <p:nvPr/>
        </p:nvSpPr>
        <p:spPr>
          <a:xfrm>
            <a:off x="4894748" y="476897"/>
            <a:ext cx="4247486" cy="3998996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accent2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Plum">
  <p:cSld name="Section Header – Plum"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5"/>
          <p:cNvSpPr txBox="1">
            <a:spLocks noGrp="1"/>
          </p:cNvSpPr>
          <p:nvPr>
            <p:ph type="title"/>
          </p:nvPr>
        </p:nvSpPr>
        <p:spPr>
          <a:xfrm>
            <a:off x="441945" y="704096"/>
            <a:ext cx="49182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0" name="Google Shape;300;p25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9080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301" name="Google Shape;301;p2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5"/>
          <p:cNvSpPr/>
          <p:nvPr/>
        </p:nvSpPr>
        <p:spPr>
          <a:xfrm>
            <a:off x="4894748" y="476897"/>
            <a:ext cx="4247486" cy="3998996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21000">
                <a:schemeClr val="accent5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2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– Photo">
  <p:cSld name="Section Header – Photo">
    <p:bg>
      <p:bgPr>
        <a:solidFill>
          <a:schemeClr val="lt1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Google Shape;305;p26" descr="A blue sky with white cloud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0895" y="929297"/>
            <a:ext cx="5631638" cy="42237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9" y="-372"/>
            <a:ext cx="9140961" cy="5143871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6"/>
          <p:cNvSpPr/>
          <p:nvPr/>
        </p:nvSpPr>
        <p:spPr>
          <a:xfrm>
            <a:off x="4351955" y="929297"/>
            <a:ext cx="4804608" cy="4214204"/>
          </a:xfrm>
          <a:custGeom>
            <a:avLst/>
            <a:gdLst/>
            <a:ahLst/>
            <a:cxnLst/>
            <a:rect l="l" t="t" r="r" b="b"/>
            <a:pathLst>
              <a:path w="6406144" h="5618939" extrusionOk="0">
                <a:moveTo>
                  <a:pt x="6312206" y="0"/>
                </a:moveTo>
                <a:lnTo>
                  <a:pt x="6406144" y="0"/>
                </a:lnTo>
                <a:lnTo>
                  <a:pt x="6406144" y="76059"/>
                </a:lnTo>
                <a:lnTo>
                  <a:pt x="6312206" y="76059"/>
                </a:lnTo>
                <a:cubicBezTo>
                  <a:pt x="5892268" y="76059"/>
                  <a:pt x="5489557" y="242868"/>
                  <a:pt x="5192668" y="539757"/>
                </a:cubicBezTo>
                <a:lnTo>
                  <a:pt x="118525" y="5613965"/>
                </a:lnTo>
                <a:lnTo>
                  <a:pt x="113031" y="5618939"/>
                </a:lnTo>
                <a:lnTo>
                  <a:pt x="0" y="5618939"/>
                </a:lnTo>
                <a:lnTo>
                  <a:pt x="64758" y="5560198"/>
                </a:lnTo>
                <a:lnTo>
                  <a:pt x="5138965" y="485927"/>
                </a:lnTo>
                <a:cubicBezTo>
                  <a:pt x="5293805" y="331086"/>
                  <a:pt x="5474927" y="210064"/>
                  <a:pt x="5677265" y="126279"/>
                </a:cubicBezTo>
                <a:cubicBezTo>
                  <a:pt x="5879602" y="42494"/>
                  <a:pt x="6093212" y="0"/>
                  <a:pt x="631220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22000">
                <a:schemeClr val="accent3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6"/>
          <p:cNvSpPr txBox="1">
            <a:spLocks noGrp="1"/>
          </p:cNvSpPr>
          <p:nvPr>
            <p:ph type="title"/>
          </p:nvPr>
        </p:nvSpPr>
        <p:spPr>
          <a:xfrm>
            <a:off x="441946" y="704096"/>
            <a:ext cx="48219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9" name="Google Shape;309;p26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8075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310" name="Google Shape;310;p26"/>
          <p:cNvSpPr txBox="1"/>
          <p:nvPr/>
        </p:nvSpPr>
        <p:spPr>
          <a:xfrm>
            <a:off x="1234134" y="4846124"/>
            <a:ext cx="22896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100"/>
          </a:p>
        </p:txBody>
      </p:sp>
      <p:sp>
        <p:nvSpPr>
          <p:cNvPr id="311" name="Google Shape;311;p26"/>
          <p:cNvSpPr txBox="1"/>
          <p:nvPr/>
        </p:nvSpPr>
        <p:spPr>
          <a:xfrm>
            <a:off x="1234134" y="4927076"/>
            <a:ext cx="28923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  <p:grpSp>
        <p:nvGrpSpPr>
          <p:cNvPr id="312" name="Google Shape;312;p26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313" name="Google Shape;313;p2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14" name="Google Shape;314;p2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5" name="Google Shape;315;p2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6" name="Google Shape;316;p2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" name="Google Shape;317;p2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" name="Google Shape;318;p2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" name="Google Shape;319;p2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" name="Google Shape;320;p2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1" name="Google Shape;321;p2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2" name="Google Shape;322;p2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3" name="Google Shape;323;p2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4" name="Google Shape;324;p2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25" name="Google Shape;325;p2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6" name="Google Shape;326;p2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7" name="Google Shape;327;p2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8" name="Google Shape;328;p2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9" name="Google Shape;329;p2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0" name="Google Shape;330;p2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1" name="Google Shape;331;p2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32" name="Google Shape;332;p2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3" name="Google Shape;333;p26" descr="A blue sky with white cloud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0895" y="929297"/>
            <a:ext cx="5631638" cy="42237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9" y="-372"/>
            <a:ext cx="9140961" cy="5143871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26"/>
          <p:cNvSpPr/>
          <p:nvPr/>
        </p:nvSpPr>
        <p:spPr>
          <a:xfrm>
            <a:off x="4351955" y="929297"/>
            <a:ext cx="4804608" cy="4214204"/>
          </a:xfrm>
          <a:custGeom>
            <a:avLst/>
            <a:gdLst/>
            <a:ahLst/>
            <a:cxnLst/>
            <a:rect l="l" t="t" r="r" b="b"/>
            <a:pathLst>
              <a:path w="6406144" h="5618939" extrusionOk="0">
                <a:moveTo>
                  <a:pt x="6312206" y="0"/>
                </a:moveTo>
                <a:lnTo>
                  <a:pt x="6406144" y="0"/>
                </a:lnTo>
                <a:lnTo>
                  <a:pt x="6406144" y="76059"/>
                </a:lnTo>
                <a:lnTo>
                  <a:pt x="6312206" y="76059"/>
                </a:lnTo>
                <a:cubicBezTo>
                  <a:pt x="5892268" y="76059"/>
                  <a:pt x="5489557" y="242868"/>
                  <a:pt x="5192668" y="539757"/>
                </a:cubicBezTo>
                <a:lnTo>
                  <a:pt x="118525" y="5613965"/>
                </a:lnTo>
                <a:lnTo>
                  <a:pt x="113031" y="5618939"/>
                </a:lnTo>
                <a:lnTo>
                  <a:pt x="0" y="5618939"/>
                </a:lnTo>
                <a:lnTo>
                  <a:pt x="64758" y="5560198"/>
                </a:lnTo>
                <a:lnTo>
                  <a:pt x="5138965" y="485927"/>
                </a:lnTo>
                <a:cubicBezTo>
                  <a:pt x="5293805" y="331086"/>
                  <a:pt x="5474927" y="210064"/>
                  <a:pt x="5677265" y="126279"/>
                </a:cubicBezTo>
                <a:cubicBezTo>
                  <a:pt x="5879602" y="42494"/>
                  <a:pt x="6093212" y="0"/>
                  <a:pt x="631220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22000">
                <a:schemeClr val="accent3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6" name="Google Shape;336;p26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337" name="Google Shape;337;p2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38" name="Google Shape;338;p2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9" name="Google Shape;339;p2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0" name="Google Shape;340;p2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1" name="Google Shape;341;p2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2" name="Google Shape;342;p2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3" name="Google Shape;343;p2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4" name="Google Shape;344;p2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5" name="Google Shape;345;p2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6" name="Google Shape;346;p2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2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8" name="Google Shape;348;p2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49" name="Google Shape;349;p2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0" name="Google Shape;350;p2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2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2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3" name="Google Shape;353;p2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4" name="Google Shape;354;p2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2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56" name="Google Shape;356;p2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26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\Copyright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Leaf">
  <p:cSld name="Quote – Leaf"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7"/>
          <p:cNvSpPr txBox="1">
            <a:spLocks noGrp="1"/>
          </p:cNvSpPr>
          <p:nvPr>
            <p:ph type="body" idx="1"/>
          </p:nvPr>
        </p:nvSpPr>
        <p:spPr>
          <a:xfrm>
            <a:off x="329270" y="1200150"/>
            <a:ext cx="4061100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Char char="“"/>
              <a:defRPr sz="21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360" name="Google Shape;360;p27"/>
          <p:cNvSpPr txBox="1">
            <a:spLocks noGrp="1"/>
          </p:cNvSpPr>
          <p:nvPr>
            <p:ph type="body" idx="2"/>
          </p:nvPr>
        </p:nvSpPr>
        <p:spPr>
          <a:xfrm>
            <a:off x="459606" y="3799332"/>
            <a:ext cx="3436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361" name="Google Shape;361;p27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6695857" y="3464501"/>
            <a:ext cx="2055600" cy="1028700"/>
          </a:xfrm>
          <a:prstGeom prst="rect">
            <a:avLst/>
          </a:prstGeom>
          <a:noFill/>
          <a:ln>
            <a:noFill/>
          </a:ln>
        </p:spPr>
      </p:sp>
      <p:sp>
        <p:nvSpPr>
          <p:cNvPr id="362" name="Google Shape;362;p2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63" name="Google Shape;363;p27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364" name="Google Shape;364;p27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65" name="Google Shape;365;p27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6" name="Google Shape;366;p27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27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27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9" name="Google Shape;369;p27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0" name="Google Shape;370;p27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27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27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3" name="Google Shape;373;p27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4" name="Google Shape;374;p27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5" name="Google Shape;375;p27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76" name="Google Shape;376;p27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7" name="Google Shape;377;p27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8" name="Google Shape;378;p27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27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27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1" name="Google Shape;381;p27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2" name="Google Shape;382;p27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83" name="Google Shape;383;p27"/>
          <p:cNvSpPr/>
          <p:nvPr/>
        </p:nvSpPr>
        <p:spPr>
          <a:xfrm>
            <a:off x="-6351" y="1379135"/>
            <a:ext cx="9152731" cy="3154823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5" name="Google Shape;385;p27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386" name="Google Shape;386;p27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87" name="Google Shape;387;p27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27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9" name="Google Shape;389;p27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0" name="Google Shape;390;p27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1" name="Google Shape;391;p27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2" name="Google Shape;392;p27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3" name="Google Shape;393;p27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4" name="Google Shape;394;p27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5" name="Google Shape;395;p27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6" name="Google Shape;396;p27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97" name="Google Shape;397;p27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98" name="Google Shape;398;p27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9" name="Google Shape;399;p27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0" name="Google Shape;400;p27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1" name="Google Shape;401;p27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2" name="Google Shape;402;p27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3" name="Google Shape;403;p27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4" name="Google Shape;404;p27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05" name="Google Shape;405;p27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Aqua">
  <p:cSld name="Quote – Aqua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8"/>
          <p:cNvSpPr/>
          <p:nvPr/>
        </p:nvSpPr>
        <p:spPr>
          <a:xfrm>
            <a:off x="0" y="0"/>
            <a:ext cx="9147969" cy="4516035"/>
          </a:xfrm>
          <a:custGeom>
            <a:avLst/>
            <a:gdLst/>
            <a:ahLst/>
            <a:cxnLst/>
            <a:rect l="l" t="t" r="r" b="b"/>
            <a:pathLst>
              <a:path w="12197292" h="6041519" extrusionOk="0">
                <a:moveTo>
                  <a:pt x="0" y="0"/>
                </a:moveTo>
                <a:lnTo>
                  <a:pt x="12197292" y="0"/>
                </a:lnTo>
                <a:lnTo>
                  <a:pt x="12197292" y="1911192"/>
                </a:lnTo>
                <a:lnTo>
                  <a:pt x="11193762" y="1911192"/>
                </a:lnTo>
                <a:cubicBezTo>
                  <a:pt x="10773986" y="1911192"/>
                  <a:pt x="10371368" y="2077963"/>
                  <a:pt x="10074486" y="2374782"/>
                </a:cubicBezTo>
                <a:lnTo>
                  <a:pt x="6871338" y="5577930"/>
                </a:lnTo>
                <a:cubicBezTo>
                  <a:pt x="6574521" y="5874749"/>
                  <a:pt x="6171901" y="6041519"/>
                  <a:pt x="5752064" y="6041519"/>
                </a:cubicBezTo>
                <a:lnTo>
                  <a:pt x="0" y="604151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28"/>
          <p:cNvSpPr/>
          <p:nvPr/>
        </p:nvSpPr>
        <p:spPr>
          <a:xfrm>
            <a:off x="-6351" y="1379135"/>
            <a:ext cx="9152731" cy="3154823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28"/>
          <p:cNvSpPr txBox="1">
            <a:spLocks noGrp="1"/>
          </p:cNvSpPr>
          <p:nvPr>
            <p:ph type="body" idx="1"/>
          </p:nvPr>
        </p:nvSpPr>
        <p:spPr>
          <a:xfrm>
            <a:off x="329270" y="1200150"/>
            <a:ext cx="4061100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Char char="“"/>
              <a:defRPr sz="21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10" name="Google Shape;410;p28"/>
          <p:cNvSpPr txBox="1">
            <a:spLocks noGrp="1"/>
          </p:cNvSpPr>
          <p:nvPr>
            <p:ph type="body" idx="2"/>
          </p:nvPr>
        </p:nvSpPr>
        <p:spPr>
          <a:xfrm>
            <a:off x="459606" y="3799332"/>
            <a:ext cx="3436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11" name="Google Shape;411;p28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6695857" y="3464501"/>
            <a:ext cx="2055600" cy="10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12" name="Google Shape;412;p2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13" name="Google Shape;413;p28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414" name="Google Shape;414;p2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15" name="Google Shape;415;p2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2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7" name="Google Shape;417;p2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8" name="Google Shape;418;p2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2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2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1" name="Google Shape;421;p2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2" name="Google Shape;422;p2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2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2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2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426" name="Google Shape;426;p2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2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2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9" name="Google Shape;429;p2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0" name="Google Shape;430;p2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2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2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33" name="Google Shape;433;p2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28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435" name="Google Shape;435;p2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36" name="Google Shape;436;p2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7" name="Google Shape;437;p2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8" name="Google Shape;438;p2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2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2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1" name="Google Shape;441;p2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2" name="Google Shape;442;p2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2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2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5" name="Google Shape;445;p2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46" name="Google Shape;446;p2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447" name="Google Shape;447;p2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2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9" name="Google Shape;449;p2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0" name="Google Shape;450;p2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2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2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3" name="Google Shape;453;p2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54" name="Google Shape;454;p28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Plum">
  <p:cSld name="Quote – Plum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9"/>
          <p:cNvSpPr/>
          <p:nvPr/>
        </p:nvSpPr>
        <p:spPr>
          <a:xfrm>
            <a:off x="-6351" y="1379135"/>
            <a:ext cx="9152731" cy="3154823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9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29"/>
          <p:cNvSpPr txBox="1">
            <a:spLocks noGrp="1"/>
          </p:cNvSpPr>
          <p:nvPr>
            <p:ph type="body" idx="1"/>
          </p:nvPr>
        </p:nvSpPr>
        <p:spPr>
          <a:xfrm>
            <a:off x="329270" y="1200150"/>
            <a:ext cx="4097700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Char char="“"/>
              <a:defRPr sz="21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58" name="Google Shape;458;p29"/>
          <p:cNvSpPr txBox="1">
            <a:spLocks noGrp="1"/>
          </p:cNvSpPr>
          <p:nvPr>
            <p:ph type="body" idx="2"/>
          </p:nvPr>
        </p:nvSpPr>
        <p:spPr>
          <a:xfrm>
            <a:off x="459606" y="3799332"/>
            <a:ext cx="3436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59" name="Google Shape;459;p29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6695857" y="3464501"/>
            <a:ext cx="2055600" cy="10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60" name="Google Shape;460;p2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61" name="Google Shape;461;p29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462" name="Google Shape;462;p2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63" name="Google Shape;463;p2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2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5" name="Google Shape;465;p2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6" name="Google Shape;466;p2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2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2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9" name="Google Shape;469;p2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0" name="Google Shape;470;p2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2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2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2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474" name="Google Shape;474;p2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2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2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2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8" name="Google Shape;478;p2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2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2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81" name="Google Shape;481;p29"/>
          <p:cNvSpPr/>
          <p:nvPr/>
        </p:nvSpPr>
        <p:spPr>
          <a:xfrm>
            <a:off x="-6351" y="1379135"/>
            <a:ext cx="9152731" cy="3154823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9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2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83" name="Google Shape;483;p29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484" name="Google Shape;484;p2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85" name="Google Shape;485;p2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6" name="Google Shape;486;p2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2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2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9" name="Google Shape;489;p2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0" name="Google Shape;490;p2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2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2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3" name="Google Shape;493;p2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4" name="Google Shape;494;p2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5" name="Google Shape;495;p2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496" name="Google Shape;496;p2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7" name="Google Shape;497;p2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8" name="Google Shape;498;p2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2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2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1" name="Google Shape;501;p2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2" name="Google Shape;502;p2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503" name="Google Shape;503;p29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Leaf ">
  <p:cSld name="Big Statement - Customer Story"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30"/>
          <p:cNvSpPr/>
          <p:nvPr/>
        </p:nvSpPr>
        <p:spPr>
          <a:xfrm>
            <a:off x="4855" y="328439"/>
            <a:ext cx="9142883" cy="4211542"/>
          </a:xfrm>
          <a:custGeom>
            <a:avLst/>
            <a:gdLst/>
            <a:ahLst/>
            <a:cxnLst/>
            <a:rect l="l" t="t" r="r" b="b"/>
            <a:pathLst>
              <a:path w="12231282" h="5615389" extrusionOk="0">
                <a:moveTo>
                  <a:pt x="0" y="0"/>
                </a:moveTo>
                <a:lnTo>
                  <a:pt x="12231282" y="27709"/>
                </a:lnTo>
                <a:lnTo>
                  <a:pt x="12203580" y="1466637"/>
                </a:lnTo>
                <a:lnTo>
                  <a:pt x="11206700" y="1466637"/>
                </a:lnTo>
                <a:cubicBezTo>
                  <a:pt x="10785051" y="1466637"/>
                  <a:pt x="10380638" y="1634150"/>
                  <a:pt x="10082432" y="1932294"/>
                </a:cubicBezTo>
                <a:lnTo>
                  <a:pt x="6864995" y="5149732"/>
                </a:lnTo>
                <a:cubicBezTo>
                  <a:pt x="6566852" y="5447874"/>
                  <a:pt x="6162438" y="5615389"/>
                  <a:pt x="5740726" y="5615389"/>
                </a:cubicBezTo>
                <a:lnTo>
                  <a:pt x="0" y="5615389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68550" tIns="34250" rIns="68550" bIns="342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30"/>
          <p:cNvSpPr/>
          <p:nvPr/>
        </p:nvSpPr>
        <p:spPr>
          <a:xfrm>
            <a:off x="-7299" y="1371178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68550" tIns="34250" rIns="68550" bIns="342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30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lang="en" sz="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30"/>
          <p:cNvSpPr>
            <a:spLocks noGrp="1"/>
          </p:cNvSpPr>
          <p:nvPr>
            <p:ph type="pic" idx="2"/>
          </p:nvPr>
        </p:nvSpPr>
        <p:spPr>
          <a:xfrm>
            <a:off x="4844034" y="2673226"/>
            <a:ext cx="4299900" cy="24741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09" name="Google Shape;509;p30"/>
          <p:cNvSpPr txBox="1">
            <a:spLocks noGrp="1"/>
          </p:cNvSpPr>
          <p:nvPr>
            <p:ph type="body" idx="1"/>
          </p:nvPr>
        </p:nvSpPr>
        <p:spPr>
          <a:xfrm>
            <a:off x="454231" y="3565923"/>
            <a:ext cx="36117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3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/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/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/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510" name="Google Shape;510;p30"/>
          <p:cNvSpPr>
            <a:spLocks noGrp="1"/>
          </p:cNvSpPr>
          <p:nvPr>
            <p:ph type="body" idx="3"/>
          </p:nvPr>
        </p:nvSpPr>
        <p:spPr>
          <a:xfrm>
            <a:off x="6770577" y="309563"/>
            <a:ext cx="1938300" cy="893100"/>
          </a:xfrm>
          <a:prstGeom prst="roundRect">
            <a:avLst>
              <a:gd name="adj" fmla="val 16667"/>
            </a:avLst>
          </a:prstGeom>
          <a:noFill/>
          <a:ln w="238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511" name="Google Shape;511;p30"/>
          <p:cNvSpPr txBox="1">
            <a:spLocks noGrp="1"/>
          </p:cNvSpPr>
          <p:nvPr>
            <p:ph type="body" idx="4"/>
          </p:nvPr>
        </p:nvSpPr>
        <p:spPr>
          <a:xfrm>
            <a:off x="454231" y="3868744"/>
            <a:ext cx="36117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/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/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/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512" name="Google Shape;512;p30"/>
          <p:cNvSpPr txBox="1">
            <a:spLocks noGrp="1"/>
          </p:cNvSpPr>
          <p:nvPr>
            <p:ph type="body" idx="5"/>
          </p:nvPr>
        </p:nvSpPr>
        <p:spPr>
          <a:xfrm>
            <a:off x="329269" y="1087041"/>
            <a:ext cx="4927500" cy="251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Char char="“"/>
              <a:defRPr sz="21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Photo">
  <p:cSld name="Quote – Photo">
    <p:bg>
      <p:bgPr>
        <a:solidFill>
          <a:schemeClr val="lt1"/>
        </a:solidFill>
        <a:effectLst/>
      </p:bgPr>
    </p:bg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Google Shape;514;p31" descr="Looking up view of a tall building with glass window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372852" y="0"/>
            <a:ext cx="776912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31"/>
          <p:cNvSpPr/>
          <p:nvPr/>
        </p:nvSpPr>
        <p:spPr>
          <a:xfrm>
            <a:off x="0" y="0"/>
            <a:ext cx="9139200" cy="5143500"/>
          </a:xfrm>
          <a:prstGeom prst="rect">
            <a:avLst/>
          </a:prstGeom>
          <a:gradFill>
            <a:gsLst>
              <a:gs pos="0">
                <a:srgbClr val="FFFFFF"/>
              </a:gs>
              <a:gs pos="35000">
                <a:srgbClr val="FFFFFF"/>
              </a:gs>
              <a:gs pos="59550">
                <a:srgbClr val="FFFFFF">
                  <a:alpha val="0"/>
                </a:srgbClr>
              </a:gs>
              <a:gs pos="78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31"/>
          <p:cNvSpPr/>
          <p:nvPr/>
        </p:nvSpPr>
        <p:spPr>
          <a:xfrm>
            <a:off x="4859" y="0"/>
            <a:ext cx="7721500" cy="4530339"/>
          </a:xfrm>
          <a:custGeom>
            <a:avLst/>
            <a:gdLst/>
            <a:ahLst/>
            <a:cxnLst/>
            <a:rect l="l" t="t" r="r" b="b"/>
            <a:pathLst>
              <a:path w="10295334" h="6040452" extrusionOk="0">
                <a:moveTo>
                  <a:pt x="10186830" y="0"/>
                </a:moveTo>
                <a:lnTo>
                  <a:pt x="10295334" y="0"/>
                </a:lnTo>
                <a:lnTo>
                  <a:pt x="4722761" y="5572574"/>
                </a:lnTo>
                <a:cubicBezTo>
                  <a:pt x="4423133" y="5872139"/>
                  <a:pt x="4016790" y="6040452"/>
                  <a:pt x="3593131" y="6040452"/>
                </a:cubicBezTo>
                <a:lnTo>
                  <a:pt x="0" y="6040452"/>
                </a:lnTo>
                <a:lnTo>
                  <a:pt x="0" y="5963772"/>
                </a:lnTo>
                <a:lnTo>
                  <a:pt x="3593131" y="5963772"/>
                </a:lnTo>
                <a:cubicBezTo>
                  <a:pt x="3793842" y="5963772"/>
                  <a:pt x="3989696" y="5924793"/>
                  <a:pt x="4175135" y="5847985"/>
                </a:cubicBezTo>
                <a:cubicBezTo>
                  <a:pt x="4360575" y="5771176"/>
                  <a:pt x="4526588" y="5660245"/>
                  <a:pt x="4668509" y="55183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2000">
                <a:schemeClr val="accent3"/>
              </a:gs>
              <a:gs pos="85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31"/>
          <p:cNvSpPr txBox="1"/>
          <p:nvPr/>
        </p:nvSpPr>
        <p:spPr>
          <a:xfrm>
            <a:off x="1234134" y="4846124"/>
            <a:ext cx="22896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100"/>
          </a:p>
        </p:txBody>
      </p:sp>
      <p:sp>
        <p:nvSpPr>
          <p:cNvPr id="518" name="Google Shape;518;p31"/>
          <p:cNvSpPr txBox="1"/>
          <p:nvPr/>
        </p:nvSpPr>
        <p:spPr>
          <a:xfrm>
            <a:off x="1234134" y="4927076"/>
            <a:ext cx="28923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  <p:grpSp>
        <p:nvGrpSpPr>
          <p:cNvPr id="519" name="Google Shape;519;p31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520" name="Google Shape;520;p3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521" name="Google Shape;521;p3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2" name="Google Shape;522;p3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5" name="Google Shape;525;p3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6" name="Google Shape;526;p3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9" name="Google Shape;529;p3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0" name="Google Shape;530;p3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31" name="Google Shape;531;p3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532" name="Google Shape;532;p3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3" name="Google Shape;533;p3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4" name="Google Shape;534;p3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7" name="Google Shape;537;p3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8" name="Google Shape;538;p3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539" name="Google Shape;539;p31"/>
          <p:cNvSpPr txBox="1">
            <a:spLocks noGrp="1"/>
          </p:cNvSpPr>
          <p:nvPr>
            <p:ph type="body" idx="1"/>
          </p:nvPr>
        </p:nvSpPr>
        <p:spPr>
          <a:xfrm>
            <a:off x="329270" y="1200150"/>
            <a:ext cx="3567300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Char char="“"/>
              <a:defRPr sz="21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540" name="Google Shape;540;p31"/>
          <p:cNvSpPr txBox="1">
            <a:spLocks noGrp="1"/>
          </p:cNvSpPr>
          <p:nvPr>
            <p:ph type="body" idx="2"/>
          </p:nvPr>
        </p:nvSpPr>
        <p:spPr>
          <a:xfrm>
            <a:off x="459606" y="3799332"/>
            <a:ext cx="2694000" cy="5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541" name="Google Shape;541;p3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2" name="Google Shape;542;p31" descr="Looking up view of a tall building with glass window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372852" y="0"/>
            <a:ext cx="776912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43" name="Google Shape;543;p31"/>
          <p:cNvSpPr/>
          <p:nvPr/>
        </p:nvSpPr>
        <p:spPr>
          <a:xfrm>
            <a:off x="0" y="0"/>
            <a:ext cx="9139200" cy="5143500"/>
          </a:xfrm>
          <a:prstGeom prst="rect">
            <a:avLst/>
          </a:prstGeom>
          <a:gradFill>
            <a:gsLst>
              <a:gs pos="0">
                <a:srgbClr val="FFFFFF"/>
              </a:gs>
              <a:gs pos="35000">
                <a:srgbClr val="FFFFFF"/>
              </a:gs>
              <a:gs pos="59550">
                <a:srgbClr val="FFFFFF">
                  <a:alpha val="0"/>
                </a:srgbClr>
              </a:gs>
              <a:gs pos="78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31"/>
          <p:cNvSpPr/>
          <p:nvPr/>
        </p:nvSpPr>
        <p:spPr>
          <a:xfrm>
            <a:off x="0" y="0"/>
            <a:ext cx="7721500" cy="4530339"/>
          </a:xfrm>
          <a:custGeom>
            <a:avLst/>
            <a:gdLst/>
            <a:ahLst/>
            <a:cxnLst/>
            <a:rect l="l" t="t" r="r" b="b"/>
            <a:pathLst>
              <a:path w="10295334" h="6040452" extrusionOk="0">
                <a:moveTo>
                  <a:pt x="10186830" y="0"/>
                </a:moveTo>
                <a:lnTo>
                  <a:pt x="10295334" y="0"/>
                </a:lnTo>
                <a:lnTo>
                  <a:pt x="4722761" y="5572574"/>
                </a:lnTo>
                <a:cubicBezTo>
                  <a:pt x="4423133" y="5872139"/>
                  <a:pt x="4016790" y="6040452"/>
                  <a:pt x="3593131" y="6040452"/>
                </a:cubicBezTo>
                <a:lnTo>
                  <a:pt x="0" y="6040452"/>
                </a:lnTo>
                <a:lnTo>
                  <a:pt x="0" y="5963772"/>
                </a:lnTo>
                <a:lnTo>
                  <a:pt x="3593131" y="5963772"/>
                </a:lnTo>
                <a:cubicBezTo>
                  <a:pt x="3793842" y="5963772"/>
                  <a:pt x="3989696" y="5924793"/>
                  <a:pt x="4175135" y="5847985"/>
                </a:cubicBezTo>
                <a:cubicBezTo>
                  <a:pt x="4360575" y="5771176"/>
                  <a:pt x="4526588" y="5660245"/>
                  <a:pt x="4668509" y="55183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2000">
                <a:schemeClr val="accent3"/>
              </a:gs>
              <a:gs pos="85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5" name="Google Shape;545;p31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546" name="Google Shape;546;p3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547" name="Google Shape;547;p3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0" name="Google Shape;550;p3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1" name="Google Shape;551;p3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4" name="Google Shape;554;p3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5" name="Google Shape;555;p3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57" name="Google Shape;557;p3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558" name="Google Shape;558;p3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9" name="Google Shape;559;p3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2" name="Google Shape;562;p3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3" name="Google Shape;563;p3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565" name="Google Shape;565;p3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31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32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9" name="Google Shape;569;p32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32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">
  <p:cSld name="Two-Content Balanced"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34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34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579" name="Google Shape;579;p34"/>
          <p:cNvSpPr txBox="1">
            <a:spLocks noGrp="1"/>
          </p:cNvSpPr>
          <p:nvPr>
            <p:ph type="body" idx="2"/>
          </p:nvPr>
        </p:nvSpPr>
        <p:spPr>
          <a:xfrm>
            <a:off x="456129" y="1200150"/>
            <a:ext cx="39864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6pPr>
            <a:lvl7pPr marL="3200400" lvl="6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-"/>
              <a:defRPr sz="900">
                <a:solidFill>
                  <a:schemeClr val="dk1"/>
                </a:solidFill>
              </a:defRPr>
            </a:lvl7pPr>
            <a:lvl8pPr marL="3657600" lvl="7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8pPr>
            <a:lvl9pPr marL="4114800" lvl="8" indent="-2794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800"/>
              <a:buChar char="-"/>
              <a:defRPr sz="9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34"/>
          <p:cNvSpPr txBox="1">
            <a:spLocks noGrp="1"/>
          </p:cNvSpPr>
          <p:nvPr>
            <p:ph type="body" idx="3"/>
          </p:nvPr>
        </p:nvSpPr>
        <p:spPr>
          <a:xfrm>
            <a:off x="4742200" y="1200150"/>
            <a:ext cx="39864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6pPr>
            <a:lvl7pPr marL="3200400" lvl="6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-"/>
              <a:defRPr sz="900">
                <a:solidFill>
                  <a:schemeClr val="dk1"/>
                </a:solidFill>
              </a:defRPr>
            </a:lvl7pPr>
            <a:lvl8pPr marL="3657600" lvl="7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8pPr>
            <a:lvl9pPr marL="4114800" lvl="8" indent="-2794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800"/>
              <a:buChar char="-"/>
              <a:defRPr sz="9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1" name="Google Shape;581;p3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3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 Color on Right">
  <p:cSld name="Two-Content Balanced Color on Right"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35"/>
          <p:cNvSpPr txBox="1">
            <a:spLocks noGrp="1"/>
          </p:cNvSpPr>
          <p:nvPr>
            <p:ph type="body" idx="1"/>
          </p:nvPr>
        </p:nvSpPr>
        <p:spPr>
          <a:xfrm>
            <a:off x="4743771" y="1200151"/>
            <a:ext cx="4400100" cy="3429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3429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2857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9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35"/>
          <p:cNvSpPr txBox="1">
            <a:spLocks noGrp="1"/>
          </p:cNvSpPr>
          <p:nvPr>
            <p:ph type="subTitle" idx="2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586" name="Google Shape;586;p35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7" name="Google Shape;587;p3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35"/>
          <p:cNvSpPr txBox="1">
            <a:spLocks noGrp="1"/>
          </p:cNvSpPr>
          <p:nvPr>
            <p:ph type="body" idx="3"/>
          </p:nvPr>
        </p:nvSpPr>
        <p:spPr>
          <a:xfrm>
            <a:off x="0" y="1200151"/>
            <a:ext cx="44214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58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2857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9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9" name="Google Shape;589;p3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 Color on Left">
  <p:cSld name="Two-Content Balanced Color on Left"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3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2" name="Google Shape;592;p3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593" name="Google Shape;593;p3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36"/>
          <p:cNvSpPr txBox="1">
            <a:spLocks noGrp="1"/>
          </p:cNvSpPr>
          <p:nvPr>
            <p:ph type="body" idx="2"/>
          </p:nvPr>
        </p:nvSpPr>
        <p:spPr>
          <a:xfrm>
            <a:off x="4743771" y="1200151"/>
            <a:ext cx="44001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9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2857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9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5" name="Google Shape;595;p36"/>
          <p:cNvSpPr txBox="1">
            <a:spLocks noGrp="1"/>
          </p:cNvSpPr>
          <p:nvPr>
            <p:ph type="body" idx="3"/>
          </p:nvPr>
        </p:nvSpPr>
        <p:spPr>
          <a:xfrm>
            <a:off x="0" y="1200151"/>
            <a:ext cx="4421400" cy="3429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4458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2857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9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6" name="Google Shape;596;p3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37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37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600" name="Google Shape;600;p37"/>
          <p:cNvSpPr txBox="1">
            <a:spLocks noGrp="1"/>
          </p:cNvSpPr>
          <p:nvPr>
            <p:ph type="body" idx="2"/>
          </p:nvPr>
        </p:nvSpPr>
        <p:spPr>
          <a:xfrm>
            <a:off x="444765" y="1200152"/>
            <a:ext cx="3966300" cy="6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342950" bIns="68575" anchor="b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01" name="Google Shape;601;p37"/>
          <p:cNvSpPr/>
          <p:nvPr/>
        </p:nvSpPr>
        <p:spPr>
          <a:xfrm>
            <a:off x="444765" y="1863132"/>
            <a:ext cx="3966300" cy="3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37"/>
          <p:cNvSpPr txBox="1">
            <a:spLocks noGrp="1"/>
          </p:cNvSpPr>
          <p:nvPr>
            <p:ph type="body" idx="3"/>
          </p:nvPr>
        </p:nvSpPr>
        <p:spPr>
          <a:xfrm>
            <a:off x="444765" y="1965765"/>
            <a:ext cx="3987900" cy="26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03" name="Google Shape;603;p37"/>
          <p:cNvSpPr txBox="1">
            <a:spLocks noGrp="1"/>
          </p:cNvSpPr>
          <p:nvPr>
            <p:ph type="body" idx="4"/>
          </p:nvPr>
        </p:nvSpPr>
        <p:spPr>
          <a:xfrm>
            <a:off x="4732777" y="1200152"/>
            <a:ext cx="3966300" cy="6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342950" bIns="68575" anchor="b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4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04" name="Google Shape;604;p37"/>
          <p:cNvSpPr/>
          <p:nvPr/>
        </p:nvSpPr>
        <p:spPr>
          <a:xfrm>
            <a:off x="4729137" y="1863132"/>
            <a:ext cx="3966300" cy="34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37"/>
          <p:cNvSpPr txBox="1">
            <a:spLocks noGrp="1"/>
          </p:cNvSpPr>
          <p:nvPr>
            <p:ph type="body" idx="5"/>
          </p:nvPr>
        </p:nvSpPr>
        <p:spPr>
          <a:xfrm>
            <a:off x="4732340" y="1965960"/>
            <a:ext cx="3966300" cy="26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06" name="Google Shape;606;p3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37"/>
          <p:cNvSpPr/>
          <p:nvPr/>
        </p:nvSpPr>
        <p:spPr>
          <a:xfrm>
            <a:off x="444765" y="1863132"/>
            <a:ext cx="3966300" cy="3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37"/>
          <p:cNvSpPr/>
          <p:nvPr/>
        </p:nvSpPr>
        <p:spPr>
          <a:xfrm>
            <a:off x="4729137" y="1863132"/>
            <a:ext cx="3966300" cy="34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3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-Content Comparison">
  <p:cSld name="Three-Content Comparison"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38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2" name="Google Shape;612;p38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613" name="Google Shape;613;p38"/>
          <p:cNvSpPr txBox="1">
            <a:spLocks noGrp="1"/>
          </p:cNvSpPr>
          <p:nvPr>
            <p:ph type="body" idx="2"/>
          </p:nvPr>
        </p:nvSpPr>
        <p:spPr>
          <a:xfrm>
            <a:off x="444765" y="1200150"/>
            <a:ext cx="26961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137175" bIns="68575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14" name="Google Shape;614;p38"/>
          <p:cNvSpPr/>
          <p:nvPr/>
        </p:nvSpPr>
        <p:spPr>
          <a:xfrm>
            <a:off x="444765" y="1882110"/>
            <a:ext cx="2696100" cy="3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38"/>
          <p:cNvSpPr txBox="1">
            <a:spLocks noGrp="1"/>
          </p:cNvSpPr>
          <p:nvPr>
            <p:ph type="body" idx="3"/>
          </p:nvPr>
        </p:nvSpPr>
        <p:spPr>
          <a:xfrm>
            <a:off x="3224052" y="1200150"/>
            <a:ext cx="26961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137175" bIns="68575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3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16" name="Google Shape;616;p38"/>
          <p:cNvSpPr txBox="1">
            <a:spLocks noGrp="1"/>
          </p:cNvSpPr>
          <p:nvPr>
            <p:ph type="body" idx="4"/>
          </p:nvPr>
        </p:nvSpPr>
        <p:spPr>
          <a:xfrm>
            <a:off x="6002958" y="1200150"/>
            <a:ext cx="26961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137175" bIns="68575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4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17" name="Google Shape;617;p38"/>
          <p:cNvSpPr/>
          <p:nvPr/>
        </p:nvSpPr>
        <p:spPr>
          <a:xfrm>
            <a:off x="6002958" y="1882110"/>
            <a:ext cx="2696100" cy="34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3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38"/>
          <p:cNvSpPr/>
          <p:nvPr/>
        </p:nvSpPr>
        <p:spPr>
          <a:xfrm>
            <a:off x="3224052" y="1882110"/>
            <a:ext cx="2696100" cy="34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38"/>
          <p:cNvSpPr txBox="1">
            <a:spLocks noGrp="1"/>
          </p:cNvSpPr>
          <p:nvPr>
            <p:ph type="body" idx="5"/>
          </p:nvPr>
        </p:nvSpPr>
        <p:spPr>
          <a:xfrm>
            <a:off x="444765" y="1987154"/>
            <a:ext cx="2696100" cy="264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3pPr>
            <a:lvl4pPr marL="1828800" lvl="3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4pPr>
            <a:lvl5pPr marL="2286000" lvl="4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–"/>
              <a:defRPr sz="8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21" name="Google Shape;621;p38"/>
          <p:cNvSpPr txBox="1">
            <a:spLocks noGrp="1"/>
          </p:cNvSpPr>
          <p:nvPr>
            <p:ph type="body" idx="6"/>
          </p:nvPr>
        </p:nvSpPr>
        <p:spPr>
          <a:xfrm>
            <a:off x="3224052" y="1987154"/>
            <a:ext cx="2696100" cy="264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3pPr>
            <a:lvl4pPr marL="1828800" lvl="3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4pPr>
            <a:lvl5pPr marL="2286000" lvl="4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–"/>
              <a:defRPr sz="8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22" name="Google Shape;622;p38"/>
          <p:cNvSpPr txBox="1">
            <a:spLocks noGrp="1"/>
          </p:cNvSpPr>
          <p:nvPr>
            <p:ph type="body" idx="7"/>
          </p:nvPr>
        </p:nvSpPr>
        <p:spPr>
          <a:xfrm>
            <a:off x="6002958" y="1987154"/>
            <a:ext cx="2696100" cy="264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3pPr>
            <a:lvl4pPr marL="1828800" lvl="3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4pPr>
            <a:lvl5pPr marL="2286000" lvl="4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–"/>
              <a:defRPr sz="8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23" name="Google Shape;623;p38"/>
          <p:cNvSpPr/>
          <p:nvPr/>
        </p:nvSpPr>
        <p:spPr>
          <a:xfrm>
            <a:off x="444765" y="1882110"/>
            <a:ext cx="2696100" cy="3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38"/>
          <p:cNvSpPr/>
          <p:nvPr/>
        </p:nvSpPr>
        <p:spPr>
          <a:xfrm>
            <a:off x="6002958" y="1882110"/>
            <a:ext cx="2696100" cy="34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3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38"/>
          <p:cNvSpPr/>
          <p:nvPr/>
        </p:nvSpPr>
        <p:spPr>
          <a:xfrm>
            <a:off x="3224052" y="1882110"/>
            <a:ext cx="2696100" cy="34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Dynamic – Left">
  <p:cSld name="Two Content Dynamic – Left"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39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9" name="Google Shape;629;p39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630" name="Google Shape;630;p39"/>
          <p:cNvSpPr/>
          <p:nvPr/>
        </p:nvSpPr>
        <p:spPr>
          <a:xfrm rot="10800000" flipH="1">
            <a:off x="0" y="1164499"/>
            <a:ext cx="2171100" cy="41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39"/>
          <p:cNvSpPr txBox="1">
            <a:spLocks noGrp="1"/>
          </p:cNvSpPr>
          <p:nvPr>
            <p:ph type="body" idx="2"/>
          </p:nvPr>
        </p:nvSpPr>
        <p:spPr>
          <a:xfrm>
            <a:off x="0" y="1207148"/>
            <a:ext cx="2171100" cy="3429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2057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•"/>
              <a:defRPr sz="1200">
                <a:solidFill>
                  <a:schemeClr val="accent2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–"/>
              <a:defRPr sz="1100">
                <a:solidFill>
                  <a:schemeClr val="accent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800"/>
              <a:buChar char="•"/>
              <a:defRPr sz="900">
                <a:solidFill>
                  <a:schemeClr val="accent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800"/>
              <a:buChar char="–"/>
              <a:defRPr sz="900">
                <a:solidFill>
                  <a:schemeClr val="accent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32" name="Google Shape;632;p39"/>
          <p:cNvSpPr txBox="1">
            <a:spLocks noGrp="1"/>
          </p:cNvSpPr>
          <p:nvPr>
            <p:ph type="body" idx="3"/>
          </p:nvPr>
        </p:nvSpPr>
        <p:spPr>
          <a:xfrm>
            <a:off x="2514064" y="1207148"/>
            <a:ext cx="6173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950" rIns="0" bIns="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>
                <a:solidFill>
                  <a:schemeClr val="dk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33" name="Google Shape;633;p3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39"/>
          <p:cNvSpPr/>
          <p:nvPr/>
        </p:nvSpPr>
        <p:spPr>
          <a:xfrm rot="10800000" flipH="1">
            <a:off x="0" y="1164499"/>
            <a:ext cx="2171100" cy="41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3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Dynamic – Right">
  <p:cSld name="Two Content Dynamic – Right"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40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8" name="Google Shape;638;p40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639" name="Google Shape;639;p40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40"/>
          <p:cNvSpPr/>
          <p:nvPr/>
        </p:nvSpPr>
        <p:spPr>
          <a:xfrm rot="10800000" flipH="1">
            <a:off x="6972925" y="1164499"/>
            <a:ext cx="2171100" cy="41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40"/>
          <p:cNvSpPr txBox="1">
            <a:spLocks noGrp="1"/>
          </p:cNvSpPr>
          <p:nvPr>
            <p:ph type="body" idx="2"/>
          </p:nvPr>
        </p:nvSpPr>
        <p:spPr>
          <a:xfrm>
            <a:off x="6972925" y="1207148"/>
            <a:ext cx="2171100" cy="3429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2057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•"/>
              <a:defRPr sz="1200">
                <a:solidFill>
                  <a:schemeClr val="accent2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–"/>
              <a:defRPr sz="1100">
                <a:solidFill>
                  <a:schemeClr val="accent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800"/>
              <a:buChar char="•"/>
              <a:defRPr sz="900">
                <a:solidFill>
                  <a:schemeClr val="accent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800"/>
              <a:buChar char="–"/>
              <a:defRPr sz="900">
                <a:solidFill>
                  <a:schemeClr val="accent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42" name="Google Shape;642;p40"/>
          <p:cNvSpPr txBox="1">
            <a:spLocks noGrp="1"/>
          </p:cNvSpPr>
          <p:nvPr>
            <p:ph type="body" idx="3"/>
          </p:nvPr>
        </p:nvSpPr>
        <p:spPr>
          <a:xfrm>
            <a:off x="0" y="1207148"/>
            <a:ext cx="6173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5850" tIns="342950" rIns="0" bIns="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>
                <a:solidFill>
                  <a:schemeClr val="dk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43" name="Google Shape;643;p40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40"/>
          <p:cNvSpPr/>
          <p:nvPr/>
        </p:nvSpPr>
        <p:spPr>
          <a:xfrm rot="10800000" flipH="1">
            <a:off x="6972925" y="1164499"/>
            <a:ext cx="2171100" cy="41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 with Content on Right">
  <p:cSld name="Diagram with Content on Right"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41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7" name="Google Shape;647;p41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648" name="Google Shape;648;p41"/>
          <p:cNvSpPr/>
          <p:nvPr/>
        </p:nvSpPr>
        <p:spPr>
          <a:xfrm rot="10800000" flipH="1">
            <a:off x="6286691" y="1192606"/>
            <a:ext cx="2857200" cy="61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41"/>
          <p:cNvSpPr txBox="1">
            <a:spLocks noGrp="1"/>
          </p:cNvSpPr>
          <p:nvPr>
            <p:ph type="body" idx="2"/>
          </p:nvPr>
        </p:nvSpPr>
        <p:spPr>
          <a:xfrm>
            <a:off x="6286947" y="1200150"/>
            <a:ext cx="28572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950" rIns="445850" bIns="34295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accent2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•"/>
              <a:defRPr sz="1100">
                <a:solidFill>
                  <a:schemeClr val="accent2"/>
                </a:solidFill>
              </a:defRPr>
            </a:lvl2pPr>
            <a:lvl3pPr marL="1371600" lvl="2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800"/>
              <a:buChar char="–"/>
              <a:defRPr sz="900">
                <a:solidFill>
                  <a:schemeClr val="accent2"/>
                </a:solidFill>
              </a:defRPr>
            </a:lvl3pPr>
            <a:lvl4pPr marL="1828800" lvl="3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700"/>
              <a:buChar char="•"/>
              <a:defRPr sz="800">
                <a:solidFill>
                  <a:schemeClr val="accent2"/>
                </a:solidFill>
              </a:defRPr>
            </a:lvl4pPr>
            <a:lvl5pPr marL="2286000" lvl="4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700"/>
              <a:buChar char="–"/>
              <a:defRPr sz="800">
                <a:solidFill>
                  <a:schemeClr val="accent2"/>
                </a:solidFill>
              </a:defRPr>
            </a:lvl5pPr>
            <a:lvl6pPr marL="2743200" lvl="5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700"/>
              <a:buChar char="•"/>
              <a:defRPr sz="800">
                <a:solidFill>
                  <a:schemeClr val="accent2"/>
                </a:solidFill>
              </a:defRPr>
            </a:lvl6pPr>
            <a:lvl7pPr marL="3200400" lvl="6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700"/>
              <a:buChar char="-"/>
              <a:defRPr sz="800">
                <a:solidFill>
                  <a:schemeClr val="accent2"/>
                </a:solidFill>
              </a:defRPr>
            </a:lvl7pPr>
            <a:lvl8pPr marL="3657600" lvl="7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700"/>
              <a:buChar char="•"/>
              <a:defRPr sz="800">
                <a:solidFill>
                  <a:schemeClr val="accent2"/>
                </a:solidFill>
              </a:defRPr>
            </a:lvl8pPr>
            <a:lvl9pPr marL="4114800" lvl="8" indent="-2730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chemeClr val="accent2"/>
              </a:buClr>
              <a:buSzPts val="700"/>
              <a:buChar char="-"/>
              <a:defRPr sz="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4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41"/>
          <p:cNvSpPr txBox="1">
            <a:spLocks noGrp="1"/>
          </p:cNvSpPr>
          <p:nvPr>
            <p:ph type="body" idx="3"/>
          </p:nvPr>
        </p:nvSpPr>
        <p:spPr>
          <a:xfrm>
            <a:off x="456128" y="1200151"/>
            <a:ext cx="55503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5850" tIns="1028875" rIns="342950" bIns="342950" anchor="t" anchorCtr="0">
            <a:noAutofit/>
          </a:bodyPr>
          <a:lstStyle>
            <a:lvl1pPr marL="457200" lvl="0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Char char="•"/>
              <a:defRPr sz="1200">
                <a:solidFill>
                  <a:schemeClr val="lt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Char char="–"/>
              <a:defRPr sz="1100">
                <a:solidFill>
                  <a:schemeClr val="lt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•"/>
              <a:defRPr sz="900">
                <a:solidFill>
                  <a:schemeClr val="lt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–"/>
              <a:defRPr sz="9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Char char="-"/>
              <a:defRPr sz="1100">
                <a:solidFill>
                  <a:schemeClr val="lt1"/>
                </a:solidFill>
              </a:defRPr>
            </a:lvl7pPr>
            <a:lvl8pPr marL="3657600" lvl="7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•"/>
              <a:defRPr sz="9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chemeClr val="lt1"/>
              </a:buClr>
              <a:buSzPts val="1200"/>
              <a:buChar char="-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41"/>
          <p:cNvSpPr/>
          <p:nvPr/>
        </p:nvSpPr>
        <p:spPr>
          <a:xfrm rot="10800000" flipH="1">
            <a:off x="6286691" y="1192606"/>
            <a:ext cx="2857200" cy="61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4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 with Outcome, Benefit">
  <p:cSld name="Diagram with Outcome, Benefit"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42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6" name="Google Shape;656;p42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cxnSp>
        <p:nvCxnSpPr>
          <p:cNvPr id="657" name="Google Shape;657;p42"/>
          <p:cNvCxnSpPr/>
          <p:nvPr/>
        </p:nvCxnSpPr>
        <p:spPr>
          <a:xfrm>
            <a:off x="6286947" y="1206501"/>
            <a:ext cx="2857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58" name="Google Shape;658;p42"/>
          <p:cNvSpPr txBox="1">
            <a:spLocks noGrp="1"/>
          </p:cNvSpPr>
          <p:nvPr>
            <p:ph type="body" idx="2"/>
          </p:nvPr>
        </p:nvSpPr>
        <p:spPr>
          <a:xfrm>
            <a:off x="6286947" y="1274766"/>
            <a:ext cx="24009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59" name="Google Shape;659;p42"/>
          <p:cNvSpPr txBox="1">
            <a:spLocks noGrp="1"/>
          </p:cNvSpPr>
          <p:nvPr>
            <p:ph type="body" idx="3"/>
          </p:nvPr>
        </p:nvSpPr>
        <p:spPr>
          <a:xfrm>
            <a:off x="6285756" y="1547286"/>
            <a:ext cx="24021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60" name="Google Shape;660;p42"/>
          <p:cNvCxnSpPr/>
          <p:nvPr/>
        </p:nvCxnSpPr>
        <p:spPr>
          <a:xfrm>
            <a:off x="6286947" y="2904331"/>
            <a:ext cx="28572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61" name="Google Shape;661;p42"/>
          <p:cNvSpPr txBox="1">
            <a:spLocks noGrp="1"/>
          </p:cNvSpPr>
          <p:nvPr>
            <p:ph type="body" idx="4"/>
          </p:nvPr>
        </p:nvSpPr>
        <p:spPr>
          <a:xfrm>
            <a:off x="6286947" y="2979352"/>
            <a:ext cx="24009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4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62" name="Google Shape;662;p42"/>
          <p:cNvSpPr txBox="1">
            <a:spLocks noGrp="1"/>
          </p:cNvSpPr>
          <p:nvPr>
            <p:ph type="body" idx="5"/>
          </p:nvPr>
        </p:nvSpPr>
        <p:spPr>
          <a:xfrm>
            <a:off x="6285756" y="3260928"/>
            <a:ext cx="24021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63" name="Google Shape;663;p42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42"/>
          <p:cNvSpPr txBox="1">
            <a:spLocks noGrp="1"/>
          </p:cNvSpPr>
          <p:nvPr>
            <p:ph type="body" idx="6"/>
          </p:nvPr>
        </p:nvSpPr>
        <p:spPr>
          <a:xfrm>
            <a:off x="456128" y="1200151"/>
            <a:ext cx="55503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5850" tIns="1028875" rIns="342950" bIns="342950" anchor="t" anchorCtr="0">
            <a:noAutofit/>
          </a:bodyPr>
          <a:lstStyle>
            <a:lvl1pPr marL="457200" lvl="0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Char char="•"/>
              <a:defRPr sz="1200">
                <a:solidFill>
                  <a:schemeClr val="lt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Char char="–"/>
              <a:defRPr sz="1100">
                <a:solidFill>
                  <a:schemeClr val="lt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•"/>
              <a:defRPr sz="900">
                <a:solidFill>
                  <a:schemeClr val="lt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–"/>
              <a:defRPr sz="9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Char char="-"/>
              <a:defRPr sz="1100">
                <a:solidFill>
                  <a:schemeClr val="lt1"/>
                </a:solidFill>
              </a:defRPr>
            </a:lvl7pPr>
            <a:lvl8pPr marL="3657600" lvl="7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•"/>
              <a:defRPr sz="9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chemeClr val="lt1"/>
              </a:buClr>
              <a:buSzPts val="1200"/>
              <a:buChar char="-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665" name="Google Shape;665;p42"/>
          <p:cNvCxnSpPr/>
          <p:nvPr/>
        </p:nvCxnSpPr>
        <p:spPr>
          <a:xfrm>
            <a:off x="6286947" y="1206501"/>
            <a:ext cx="2857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666" name="Google Shape;666;p42"/>
          <p:cNvCxnSpPr/>
          <p:nvPr/>
        </p:nvCxnSpPr>
        <p:spPr>
          <a:xfrm>
            <a:off x="6286947" y="2904331"/>
            <a:ext cx="28572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67" name="Google Shape;667;p42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 Success">
  <p:cSld name="Customer Success"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43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0" name="Google Shape;670;p43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cxnSp>
        <p:nvCxnSpPr>
          <p:cNvPr id="671" name="Google Shape;671;p43"/>
          <p:cNvCxnSpPr/>
          <p:nvPr/>
        </p:nvCxnSpPr>
        <p:spPr>
          <a:xfrm>
            <a:off x="457319" y="1164186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72" name="Google Shape;672;p43"/>
          <p:cNvSpPr txBox="1">
            <a:spLocks noGrp="1"/>
          </p:cNvSpPr>
          <p:nvPr>
            <p:ph type="body" idx="2"/>
          </p:nvPr>
        </p:nvSpPr>
        <p:spPr>
          <a:xfrm>
            <a:off x="458853" y="1425820"/>
            <a:ext cx="2402100" cy="91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950" anchor="t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730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73" name="Google Shape;673;p43"/>
          <p:cNvCxnSpPr/>
          <p:nvPr/>
        </p:nvCxnSpPr>
        <p:spPr>
          <a:xfrm>
            <a:off x="3309986" y="1164186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74" name="Google Shape;674;p43"/>
          <p:cNvSpPr txBox="1">
            <a:spLocks noGrp="1"/>
          </p:cNvSpPr>
          <p:nvPr>
            <p:ph type="body" idx="3"/>
          </p:nvPr>
        </p:nvSpPr>
        <p:spPr>
          <a:xfrm>
            <a:off x="3311520" y="1425821"/>
            <a:ext cx="2402100" cy="9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950" anchor="t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730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75" name="Google Shape;675;p43"/>
          <p:cNvCxnSpPr/>
          <p:nvPr/>
        </p:nvCxnSpPr>
        <p:spPr>
          <a:xfrm>
            <a:off x="457319" y="2494029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76" name="Google Shape;676;p43"/>
          <p:cNvSpPr txBox="1">
            <a:spLocks noGrp="1"/>
          </p:cNvSpPr>
          <p:nvPr>
            <p:ph type="body" idx="4"/>
          </p:nvPr>
        </p:nvSpPr>
        <p:spPr>
          <a:xfrm>
            <a:off x="458853" y="2770073"/>
            <a:ext cx="2402100" cy="83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950" anchor="t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730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77" name="Google Shape;677;p43"/>
          <p:cNvCxnSpPr/>
          <p:nvPr/>
        </p:nvCxnSpPr>
        <p:spPr>
          <a:xfrm>
            <a:off x="3309986" y="2494029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78" name="Google Shape;678;p43"/>
          <p:cNvSpPr txBox="1">
            <a:spLocks noGrp="1"/>
          </p:cNvSpPr>
          <p:nvPr>
            <p:ph type="body" idx="5"/>
          </p:nvPr>
        </p:nvSpPr>
        <p:spPr>
          <a:xfrm>
            <a:off x="3311520" y="2770073"/>
            <a:ext cx="2402100" cy="8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950" anchor="t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730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79" name="Google Shape;679;p43"/>
          <p:cNvCxnSpPr/>
          <p:nvPr/>
        </p:nvCxnSpPr>
        <p:spPr>
          <a:xfrm>
            <a:off x="456673" y="3766661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80" name="Google Shape;680;p43"/>
          <p:cNvSpPr txBox="1">
            <a:spLocks noGrp="1"/>
          </p:cNvSpPr>
          <p:nvPr>
            <p:ph type="body" idx="6"/>
          </p:nvPr>
        </p:nvSpPr>
        <p:spPr>
          <a:xfrm>
            <a:off x="459940" y="3995502"/>
            <a:ext cx="24009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1" name="Google Shape;681;p43"/>
          <p:cNvSpPr txBox="1">
            <a:spLocks noGrp="1"/>
          </p:cNvSpPr>
          <p:nvPr>
            <p:ph type="body" idx="7"/>
          </p:nvPr>
        </p:nvSpPr>
        <p:spPr>
          <a:xfrm>
            <a:off x="459940" y="4195218"/>
            <a:ext cx="24009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2" name="Google Shape;682;p43"/>
          <p:cNvSpPr txBox="1">
            <a:spLocks noGrp="1"/>
          </p:cNvSpPr>
          <p:nvPr>
            <p:ph type="body" idx="8"/>
          </p:nvPr>
        </p:nvSpPr>
        <p:spPr>
          <a:xfrm>
            <a:off x="459940" y="4394933"/>
            <a:ext cx="24009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3" name="Google Shape;683;p43"/>
          <p:cNvSpPr txBox="1">
            <a:spLocks noGrp="1"/>
          </p:cNvSpPr>
          <p:nvPr>
            <p:ph type="body" idx="9"/>
          </p:nvPr>
        </p:nvSpPr>
        <p:spPr>
          <a:xfrm>
            <a:off x="3301452" y="3995502"/>
            <a:ext cx="24210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4" name="Google Shape;684;p43"/>
          <p:cNvSpPr txBox="1">
            <a:spLocks noGrp="1"/>
          </p:cNvSpPr>
          <p:nvPr>
            <p:ph type="body" idx="13"/>
          </p:nvPr>
        </p:nvSpPr>
        <p:spPr>
          <a:xfrm>
            <a:off x="3301452" y="4195218"/>
            <a:ext cx="24210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5" name="Google Shape;685;p43"/>
          <p:cNvSpPr txBox="1">
            <a:spLocks noGrp="1"/>
          </p:cNvSpPr>
          <p:nvPr>
            <p:ph type="body" idx="14"/>
          </p:nvPr>
        </p:nvSpPr>
        <p:spPr>
          <a:xfrm>
            <a:off x="3301452" y="4394933"/>
            <a:ext cx="24210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6" name="Google Shape;686;p43"/>
          <p:cNvSpPr>
            <a:spLocks noGrp="1"/>
          </p:cNvSpPr>
          <p:nvPr>
            <p:ph type="pic" idx="15"/>
          </p:nvPr>
        </p:nvSpPr>
        <p:spPr>
          <a:xfrm>
            <a:off x="6907773" y="1200150"/>
            <a:ext cx="1381500" cy="495300"/>
          </a:xfrm>
          <a:prstGeom prst="rect">
            <a:avLst/>
          </a:prstGeom>
          <a:noFill/>
          <a:ln>
            <a:noFill/>
          </a:ln>
        </p:spPr>
      </p:sp>
      <p:sp>
        <p:nvSpPr>
          <p:cNvPr id="687" name="Google Shape;687;p43"/>
          <p:cNvSpPr txBox="1">
            <a:spLocks noGrp="1"/>
          </p:cNvSpPr>
          <p:nvPr>
            <p:ph type="body" idx="16"/>
          </p:nvPr>
        </p:nvSpPr>
        <p:spPr>
          <a:xfrm>
            <a:off x="6383761" y="1760950"/>
            <a:ext cx="2405700" cy="1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2pPr>
            <a:lvl3pPr marL="1371600" lvl="2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3pPr>
            <a:lvl4pPr marL="1828800" lvl="3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4pPr>
            <a:lvl5pPr marL="2286000" lvl="4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8" name="Google Shape;688;p43"/>
          <p:cNvSpPr txBox="1">
            <a:spLocks noGrp="1"/>
          </p:cNvSpPr>
          <p:nvPr>
            <p:ph type="body" idx="17"/>
          </p:nvPr>
        </p:nvSpPr>
        <p:spPr>
          <a:xfrm>
            <a:off x="6383761" y="1985468"/>
            <a:ext cx="2405700" cy="1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2pPr>
            <a:lvl3pPr marL="1371600" lvl="2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3pPr>
            <a:lvl4pPr marL="1828800" lvl="3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4pPr>
            <a:lvl5pPr marL="2286000" lvl="4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9" name="Google Shape;689;p43"/>
          <p:cNvSpPr>
            <a:spLocks noGrp="1"/>
          </p:cNvSpPr>
          <p:nvPr>
            <p:ph type="pic" idx="18"/>
          </p:nvPr>
        </p:nvSpPr>
        <p:spPr>
          <a:xfrm>
            <a:off x="6388525" y="2228850"/>
            <a:ext cx="2396100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690" name="Google Shape;690;p43"/>
          <p:cNvSpPr txBox="1">
            <a:spLocks noGrp="1"/>
          </p:cNvSpPr>
          <p:nvPr>
            <p:ph type="body" idx="19"/>
          </p:nvPr>
        </p:nvSpPr>
        <p:spPr>
          <a:xfrm>
            <a:off x="6388525" y="3766661"/>
            <a:ext cx="2400900" cy="8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dk1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None/>
              <a:defRPr sz="900">
                <a:solidFill>
                  <a:schemeClr val="accent1"/>
                </a:solidFill>
              </a:defRPr>
            </a:lvl3pPr>
            <a:lvl4pPr marL="1828800" lvl="3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4pPr>
            <a:lvl5pPr marL="2286000" lvl="4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1" name="Google Shape;691;p4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2" name="Google Shape;692;p43"/>
          <p:cNvCxnSpPr/>
          <p:nvPr/>
        </p:nvCxnSpPr>
        <p:spPr>
          <a:xfrm>
            <a:off x="3309986" y="3766661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93" name="Google Shape;693;p43"/>
          <p:cNvSpPr txBox="1">
            <a:spLocks noGrp="1"/>
          </p:cNvSpPr>
          <p:nvPr>
            <p:ph type="body" idx="20"/>
          </p:nvPr>
        </p:nvSpPr>
        <p:spPr>
          <a:xfrm>
            <a:off x="456129" y="1164431"/>
            <a:ext cx="24021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4" name="Google Shape;694;p43"/>
          <p:cNvSpPr txBox="1">
            <a:spLocks noGrp="1"/>
          </p:cNvSpPr>
          <p:nvPr>
            <p:ph type="body" idx="21"/>
          </p:nvPr>
        </p:nvSpPr>
        <p:spPr>
          <a:xfrm>
            <a:off x="3309609" y="1164431"/>
            <a:ext cx="24021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5" name="Google Shape;695;p43"/>
          <p:cNvSpPr txBox="1">
            <a:spLocks noGrp="1"/>
          </p:cNvSpPr>
          <p:nvPr>
            <p:ph type="body" idx="22"/>
          </p:nvPr>
        </p:nvSpPr>
        <p:spPr>
          <a:xfrm>
            <a:off x="456129" y="2503886"/>
            <a:ext cx="24021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3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6" name="Google Shape;696;p43"/>
          <p:cNvSpPr txBox="1">
            <a:spLocks noGrp="1"/>
          </p:cNvSpPr>
          <p:nvPr>
            <p:ph type="body" idx="23"/>
          </p:nvPr>
        </p:nvSpPr>
        <p:spPr>
          <a:xfrm>
            <a:off x="3321518" y="2503886"/>
            <a:ext cx="24021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3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7" name="Google Shape;697;p43"/>
          <p:cNvSpPr txBox="1">
            <a:spLocks noGrp="1"/>
          </p:cNvSpPr>
          <p:nvPr>
            <p:ph type="body" idx="24"/>
          </p:nvPr>
        </p:nvSpPr>
        <p:spPr>
          <a:xfrm>
            <a:off x="456129" y="3767138"/>
            <a:ext cx="2400900" cy="1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4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8" name="Google Shape;698;p43"/>
          <p:cNvSpPr txBox="1">
            <a:spLocks noGrp="1"/>
          </p:cNvSpPr>
          <p:nvPr>
            <p:ph type="body" idx="25"/>
          </p:nvPr>
        </p:nvSpPr>
        <p:spPr>
          <a:xfrm>
            <a:off x="3321518" y="3767138"/>
            <a:ext cx="2400900" cy="1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4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99" name="Google Shape;699;p43"/>
          <p:cNvCxnSpPr/>
          <p:nvPr/>
        </p:nvCxnSpPr>
        <p:spPr>
          <a:xfrm>
            <a:off x="457319" y="1164186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700" name="Google Shape;700;p43"/>
          <p:cNvCxnSpPr/>
          <p:nvPr/>
        </p:nvCxnSpPr>
        <p:spPr>
          <a:xfrm>
            <a:off x="3309986" y="1164186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701" name="Google Shape;701;p43"/>
          <p:cNvCxnSpPr/>
          <p:nvPr/>
        </p:nvCxnSpPr>
        <p:spPr>
          <a:xfrm>
            <a:off x="457319" y="2494029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702" name="Google Shape;702;p43"/>
          <p:cNvCxnSpPr/>
          <p:nvPr/>
        </p:nvCxnSpPr>
        <p:spPr>
          <a:xfrm>
            <a:off x="3309986" y="2494029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703" name="Google Shape;703;p43"/>
          <p:cNvCxnSpPr/>
          <p:nvPr/>
        </p:nvCxnSpPr>
        <p:spPr>
          <a:xfrm>
            <a:off x="456673" y="3766661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04" name="Google Shape;704;p4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5" name="Google Shape;705;p43"/>
          <p:cNvCxnSpPr/>
          <p:nvPr/>
        </p:nvCxnSpPr>
        <p:spPr>
          <a:xfrm>
            <a:off x="3309986" y="3766661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Icon ">
  <p:cSld name="Three Icon "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44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8" name="Google Shape;708;p44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709" name="Google Shape;709;p44"/>
          <p:cNvSpPr/>
          <p:nvPr/>
        </p:nvSpPr>
        <p:spPr>
          <a:xfrm>
            <a:off x="1486795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44"/>
          <p:cNvSpPr txBox="1">
            <a:spLocks noGrp="1"/>
          </p:cNvSpPr>
          <p:nvPr>
            <p:ph type="body" idx="2"/>
          </p:nvPr>
        </p:nvSpPr>
        <p:spPr>
          <a:xfrm>
            <a:off x="1641505" y="1814738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4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1" name="Google Shape;711;p44"/>
          <p:cNvSpPr txBox="1">
            <a:spLocks noGrp="1"/>
          </p:cNvSpPr>
          <p:nvPr>
            <p:ph type="body" idx="3"/>
          </p:nvPr>
        </p:nvSpPr>
        <p:spPr>
          <a:xfrm>
            <a:off x="1144727" y="3200955"/>
            <a:ext cx="20592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2" name="Google Shape;712;p44"/>
          <p:cNvSpPr/>
          <p:nvPr/>
        </p:nvSpPr>
        <p:spPr>
          <a:xfrm>
            <a:off x="3889706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44"/>
          <p:cNvSpPr txBox="1">
            <a:spLocks noGrp="1"/>
          </p:cNvSpPr>
          <p:nvPr>
            <p:ph type="body" idx="4"/>
          </p:nvPr>
        </p:nvSpPr>
        <p:spPr>
          <a:xfrm>
            <a:off x="4057516" y="1814738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3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4" name="Google Shape;714;p44"/>
          <p:cNvSpPr txBox="1">
            <a:spLocks noGrp="1"/>
          </p:cNvSpPr>
          <p:nvPr>
            <p:ph type="body" idx="5"/>
          </p:nvPr>
        </p:nvSpPr>
        <p:spPr>
          <a:xfrm>
            <a:off x="3541841" y="3200955"/>
            <a:ext cx="20592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5" name="Google Shape;715;p44"/>
          <p:cNvSpPr/>
          <p:nvPr/>
        </p:nvSpPr>
        <p:spPr>
          <a:xfrm>
            <a:off x="6293615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44"/>
          <p:cNvSpPr txBox="1">
            <a:spLocks noGrp="1"/>
          </p:cNvSpPr>
          <p:nvPr>
            <p:ph type="body" idx="6"/>
          </p:nvPr>
        </p:nvSpPr>
        <p:spPr>
          <a:xfrm>
            <a:off x="5943958" y="3200955"/>
            <a:ext cx="20592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7" name="Google Shape;717;p44"/>
          <p:cNvSpPr txBox="1">
            <a:spLocks noGrp="1"/>
          </p:cNvSpPr>
          <p:nvPr>
            <p:ph type="body" idx="7"/>
          </p:nvPr>
        </p:nvSpPr>
        <p:spPr>
          <a:xfrm>
            <a:off x="6458441" y="1814738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8" name="Google Shape;718;p4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44"/>
          <p:cNvSpPr/>
          <p:nvPr/>
        </p:nvSpPr>
        <p:spPr>
          <a:xfrm>
            <a:off x="1486795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44"/>
          <p:cNvSpPr/>
          <p:nvPr/>
        </p:nvSpPr>
        <p:spPr>
          <a:xfrm>
            <a:off x="3889706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44"/>
          <p:cNvSpPr/>
          <p:nvPr/>
        </p:nvSpPr>
        <p:spPr>
          <a:xfrm>
            <a:off x="6293615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4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Icon ">
  <p:cSld name="Four Icon "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5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5" name="Google Shape;725;p45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726" name="Google Shape;726;p45"/>
          <p:cNvSpPr/>
          <p:nvPr/>
        </p:nvSpPr>
        <p:spPr>
          <a:xfrm>
            <a:off x="799520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45"/>
          <p:cNvSpPr txBox="1">
            <a:spLocks noGrp="1"/>
          </p:cNvSpPr>
          <p:nvPr>
            <p:ph type="body" idx="2"/>
          </p:nvPr>
        </p:nvSpPr>
        <p:spPr>
          <a:xfrm>
            <a:off x="955526" y="1818820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4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28" name="Google Shape;728;p45"/>
          <p:cNvSpPr txBox="1">
            <a:spLocks noGrp="1"/>
          </p:cNvSpPr>
          <p:nvPr>
            <p:ph type="body" idx="3"/>
          </p:nvPr>
        </p:nvSpPr>
        <p:spPr>
          <a:xfrm>
            <a:off x="632169" y="3202131"/>
            <a:ext cx="17148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29" name="Google Shape;729;p45"/>
          <p:cNvSpPr/>
          <p:nvPr/>
        </p:nvSpPr>
        <p:spPr>
          <a:xfrm>
            <a:off x="2855943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45"/>
          <p:cNvSpPr txBox="1">
            <a:spLocks noGrp="1"/>
          </p:cNvSpPr>
          <p:nvPr>
            <p:ph type="body" idx="4"/>
          </p:nvPr>
        </p:nvSpPr>
        <p:spPr>
          <a:xfrm>
            <a:off x="3001229" y="1818820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3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1" name="Google Shape;731;p45"/>
          <p:cNvSpPr txBox="1">
            <a:spLocks noGrp="1"/>
          </p:cNvSpPr>
          <p:nvPr>
            <p:ph type="body" idx="5"/>
          </p:nvPr>
        </p:nvSpPr>
        <p:spPr>
          <a:xfrm>
            <a:off x="2685559" y="3202131"/>
            <a:ext cx="17148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2" name="Google Shape;732;p45"/>
          <p:cNvSpPr/>
          <p:nvPr/>
        </p:nvSpPr>
        <p:spPr>
          <a:xfrm>
            <a:off x="4922857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45"/>
          <p:cNvSpPr txBox="1">
            <a:spLocks noGrp="1"/>
          </p:cNvSpPr>
          <p:nvPr>
            <p:ph type="body" idx="6"/>
          </p:nvPr>
        </p:nvSpPr>
        <p:spPr>
          <a:xfrm>
            <a:off x="5080413" y="1818820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4" name="Google Shape;734;p45"/>
          <p:cNvSpPr txBox="1">
            <a:spLocks noGrp="1"/>
          </p:cNvSpPr>
          <p:nvPr>
            <p:ph type="body" idx="7"/>
          </p:nvPr>
        </p:nvSpPr>
        <p:spPr>
          <a:xfrm>
            <a:off x="4743495" y="3202131"/>
            <a:ext cx="17148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5" name="Google Shape;735;p45"/>
          <p:cNvSpPr/>
          <p:nvPr/>
        </p:nvSpPr>
        <p:spPr>
          <a:xfrm>
            <a:off x="6978416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45"/>
          <p:cNvSpPr txBox="1">
            <a:spLocks noGrp="1"/>
          </p:cNvSpPr>
          <p:nvPr>
            <p:ph type="body" idx="8"/>
          </p:nvPr>
        </p:nvSpPr>
        <p:spPr>
          <a:xfrm>
            <a:off x="7155549" y="1818820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5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7" name="Google Shape;737;p45"/>
          <p:cNvSpPr txBox="1">
            <a:spLocks noGrp="1"/>
          </p:cNvSpPr>
          <p:nvPr>
            <p:ph type="body" idx="9"/>
          </p:nvPr>
        </p:nvSpPr>
        <p:spPr>
          <a:xfrm>
            <a:off x="6801431" y="3202131"/>
            <a:ext cx="17148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5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8" name="Google Shape;738;p4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45"/>
          <p:cNvSpPr/>
          <p:nvPr/>
        </p:nvSpPr>
        <p:spPr>
          <a:xfrm>
            <a:off x="799520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45"/>
          <p:cNvSpPr/>
          <p:nvPr/>
        </p:nvSpPr>
        <p:spPr>
          <a:xfrm>
            <a:off x="2855943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45"/>
          <p:cNvSpPr/>
          <p:nvPr/>
        </p:nvSpPr>
        <p:spPr>
          <a:xfrm>
            <a:off x="4922857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45"/>
          <p:cNvSpPr/>
          <p:nvPr/>
        </p:nvSpPr>
        <p:spPr>
          <a:xfrm>
            <a:off x="6978416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4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Icon ">
  <p:cSld name="Five Icon "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4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6" name="Google Shape;746;p4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747" name="Google Shape;747;p46"/>
          <p:cNvSpPr/>
          <p:nvPr/>
        </p:nvSpPr>
        <p:spPr>
          <a:xfrm>
            <a:off x="457469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46"/>
          <p:cNvSpPr txBox="1">
            <a:spLocks noGrp="1"/>
          </p:cNvSpPr>
          <p:nvPr>
            <p:ph type="body" idx="2"/>
          </p:nvPr>
        </p:nvSpPr>
        <p:spPr>
          <a:xfrm>
            <a:off x="615572" y="1821663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4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49" name="Google Shape;749;p46"/>
          <p:cNvSpPr txBox="1">
            <a:spLocks noGrp="1"/>
          </p:cNvSpPr>
          <p:nvPr>
            <p:ph type="body" idx="3"/>
          </p:nvPr>
        </p:nvSpPr>
        <p:spPr>
          <a:xfrm>
            <a:off x="458257" y="3212155"/>
            <a:ext cx="13719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4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0" name="Google Shape;750;p46"/>
          <p:cNvSpPr/>
          <p:nvPr/>
        </p:nvSpPr>
        <p:spPr>
          <a:xfrm>
            <a:off x="2169904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46"/>
          <p:cNvSpPr txBox="1">
            <a:spLocks noGrp="1"/>
          </p:cNvSpPr>
          <p:nvPr>
            <p:ph type="body" idx="4"/>
          </p:nvPr>
        </p:nvSpPr>
        <p:spPr>
          <a:xfrm>
            <a:off x="2333462" y="1821663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3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2" name="Google Shape;752;p46"/>
          <p:cNvSpPr txBox="1">
            <a:spLocks noGrp="1"/>
          </p:cNvSpPr>
          <p:nvPr>
            <p:ph type="body" idx="5"/>
          </p:nvPr>
        </p:nvSpPr>
        <p:spPr>
          <a:xfrm>
            <a:off x="2171075" y="3212155"/>
            <a:ext cx="13719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3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3" name="Google Shape;753;p46"/>
          <p:cNvSpPr/>
          <p:nvPr/>
        </p:nvSpPr>
        <p:spPr>
          <a:xfrm>
            <a:off x="3902051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46"/>
          <p:cNvSpPr txBox="1">
            <a:spLocks noGrp="1"/>
          </p:cNvSpPr>
          <p:nvPr>
            <p:ph type="body" idx="6"/>
          </p:nvPr>
        </p:nvSpPr>
        <p:spPr>
          <a:xfrm>
            <a:off x="4060551" y="1821663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5" name="Google Shape;755;p46"/>
          <p:cNvSpPr txBox="1">
            <a:spLocks noGrp="1"/>
          </p:cNvSpPr>
          <p:nvPr>
            <p:ph type="body" idx="7"/>
          </p:nvPr>
        </p:nvSpPr>
        <p:spPr>
          <a:xfrm>
            <a:off x="3889833" y="3212155"/>
            <a:ext cx="13719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2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6" name="Google Shape;756;p46"/>
          <p:cNvSpPr/>
          <p:nvPr/>
        </p:nvSpPr>
        <p:spPr>
          <a:xfrm>
            <a:off x="5600149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46"/>
          <p:cNvSpPr txBox="1">
            <a:spLocks noGrp="1"/>
          </p:cNvSpPr>
          <p:nvPr>
            <p:ph type="body" idx="8"/>
          </p:nvPr>
        </p:nvSpPr>
        <p:spPr>
          <a:xfrm>
            <a:off x="5759310" y="1821663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5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8" name="Google Shape;758;p46"/>
          <p:cNvSpPr txBox="1">
            <a:spLocks noGrp="1"/>
          </p:cNvSpPr>
          <p:nvPr>
            <p:ph type="body" idx="9"/>
          </p:nvPr>
        </p:nvSpPr>
        <p:spPr>
          <a:xfrm>
            <a:off x="5603960" y="3212155"/>
            <a:ext cx="14211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5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9" name="Google Shape;759;p46"/>
          <p:cNvSpPr/>
          <p:nvPr/>
        </p:nvSpPr>
        <p:spPr>
          <a:xfrm>
            <a:off x="7310258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46"/>
          <p:cNvSpPr txBox="1">
            <a:spLocks noGrp="1"/>
          </p:cNvSpPr>
          <p:nvPr>
            <p:ph type="body" idx="13"/>
          </p:nvPr>
        </p:nvSpPr>
        <p:spPr>
          <a:xfrm>
            <a:off x="7487409" y="1821663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rgbClr val="3B3B3B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61" name="Google Shape;761;p46"/>
          <p:cNvSpPr txBox="1">
            <a:spLocks noGrp="1"/>
          </p:cNvSpPr>
          <p:nvPr>
            <p:ph type="body" idx="14"/>
          </p:nvPr>
        </p:nvSpPr>
        <p:spPr>
          <a:xfrm>
            <a:off x="7315915" y="3212155"/>
            <a:ext cx="13719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rgbClr val="3B3B3B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62" name="Google Shape;762;p4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46"/>
          <p:cNvSpPr/>
          <p:nvPr/>
        </p:nvSpPr>
        <p:spPr>
          <a:xfrm>
            <a:off x="457469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46"/>
          <p:cNvSpPr/>
          <p:nvPr/>
        </p:nvSpPr>
        <p:spPr>
          <a:xfrm>
            <a:off x="2169904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46"/>
          <p:cNvSpPr/>
          <p:nvPr/>
        </p:nvSpPr>
        <p:spPr>
          <a:xfrm>
            <a:off x="3902051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46"/>
          <p:cNvSpPr/>
          <p:nvPr/>
        </p:nvSpPr>
        <p:spPr>
          <a:xfrm>
            <a:off x="5600149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46"/>
          <p:cNvSpPr/>
          <p:nvPr/>
        </p:nvSpPr>
        <p:spPr>
          <a:xfrm>
            <a:off x="7310258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4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Numbered ">
  <p:cSld name="Five Numbered 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47"/>
          <p:cNvSpPr/>
          <p:nvPr/>
        </p:nvSpPr>
        <p:spPr>
          <a:xfrm>
            <a:off x="2171075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47"/>
          <p:cNvSpPr/>
          <p:nvPr/>
        </p:nvSpPr>
        <p:spPr>
          <a:xfrm>
            <a:off x="3889833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47"/>
          <p:cNvSpPr/>
          <p:nvPr/>
        </p:nvSpPr>
        <p:spPr>
          <a:xfrm>
            <a:off x="5603960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47"/>
          <p:cNvSpPr/>
          <p:nvPr/>
        </p:nvSpPr>
        <p:spPr>
          <a:xfrm>
            <a:off x="7315915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47"/>
          <p:cNvSpPr/>
          <p:nvPr/>
        </p:nvSpPr>
        <p:spPr>
          <a:xfrm>
            <a:off x="458258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47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6" name="Google Shape;776;p47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cxnSp>
        <p:nvCxnSpPr>
          <p:cNvPr id="777" name="Google Shape;777;p47"/>
          <p:cNvCxnSpPr/>
          <p:nvPr/>
        </p:nvCxnSpPr>
        <p:spPr>
          <a:xfrm>
            <a:off x="458257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78" name="Google Shape;778;p47"/>
          <p:cNvSpPr txBox="1">
            <a:spLocks noGrp="1"/>
          </p:cNvSpPr>
          <p:nvPr>
            <p:ph type="body" idx="2"/>
          </p:nvPr>
        </p:nvSpPr>
        <p:spPr>
          <a:xfrm>
            <a:off x="458258" y="1896806"/>
            <a:ext cx="1371900" cy="2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75" tIns="411550" rIns="137175" bIns="1371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accent4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779" name="Google Shape;779;p47"/>
          <p:cNvCxnSpPr/>
          <p:nvPr/>
        </p:nvCxnSpPr>
        <p:spPr>
          <a:xfrm>
            <a:off x="2171075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0" name="Google Shape;780;p47"/>
          <p:cNvSpPr txBox="1">
            <a:spLocks noGrp="1"/>
          </p:cNvSpPr>
          <p:nvPr>
            <p:ph type="body" idx="3"/>
          </p:nvPr>
        </p:nvSpPr>
        <p:spPr>
          <a:xfrm>
            <a:off x="2171075" y="1896806"/>
            <a:ext cx="1371900" cy="2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75" tIns="411550" rIns="137175" bIns="137175" anchor="t" anchorCtr="0">
            <a:noAutofit/>
          </a:bodyPr>
          <a:lstStyle>
            <a:lvl1pPr marL="457200" lvl="0" indent="-3175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3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781" name="Google Shape;781;p47"/>
          <p:cNvCxnSpPr/>
          <p:nvPr/>
        </p:nvCxnSpPr>
        <p:spPr>
          <a:xfrm>
            <a:off x="3889833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2" name="Google Shape;782;p47"/>
          <p:cNvSpPr txBox="1">
            <a:spLocks noGrp="1"/>
          </p:cNvSpPr>
          <p:nvPr>
            <p:ph type="body" idx="4"/>
          </p:nvPr>
        </p:nvSpPr>
        <p:spPr>
          <a:xfrm>
            <a:off x="3889833" y="1896806"/>
            <a:ext cx="1371900" cy="2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75" tIns="411550" rIns="137175" bIns="1371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accent2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783" name="Google Shape;783;p47"/>
          <p:cNvCxnSpPr/>
          <p:nvPr/>
        </p:nvCxnSpPr>
        <p:spPr>
          <a:xfrm>
            <a:off x="5603960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4" name="Google Shape;784;p47"/>
          <p:cNvSpPr txBox="1">
            <a:spLocks noGrp="1"/>
          </p:cNvSpPr>
          <p:nvPr>
            <p:ph type="body" idx="5"/>
          </p:nvPr>
        </p:nvSpPr>
        <p:spPr>
          <a:xfrm>
            <a:off x="5603960" y="1896806"/>
            <a:ext cx="1371900" cy="2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75" tIns="411550" rIns="137175" bIns="1371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accent5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785" name="Google Shape;785;p47"/>
          <p:cNvCxnSpPr/>
          <p:nvPr/>
        </p:nvCxnSpPr>
        <p:spPr>
          <a:xfrm>
            <a:off x="7315915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rgbClr val="53565A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6" name="Google Shape;786;p47"/>
          <p:cNvSpPr txBox="1">
            <a:spLocks noGrp="1"/>
          </p:cNvSpPr>
          <p:nvPr>
            <p:ph type="body" idx="6"/>
          </p:nvPr>
        </p:nvSpPr>
        <p:spPr>
          <a:xfrm>
            <a:off x="7315915" y="1896806"/>
            <a:ext cx="1371900" cy="2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75" tIns="411550" rIns="137175" bIns="1371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500">
                <a:solidFill>
                  <a:srgbClr val="3B3B3B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87" name="Google Shape;787;p4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47"/>
          <p:cNvSpPr/>
          <p:nvPr/>
        </p:nvSpPr>
        <p:spPr>
          <a:xfrm>
            <a:off x="848476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789" name="Google Shape;789;p47"/>
          <p:cNvSpPr/>
          <p:nvPr/>
        </p:nvSpPr>
        <p:spPr>
          <a:xfrm>
            <a:off x="2561295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790" name="Google Shape;790;p47"/>
          <p:cNvSpPr/>
          <p:nvPr/>
        </p:nvSpPr>
        <p:spPr>
          <a:xfrm>
            <a:off x="4280052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791" name="Google Shape;791;p47"/>
          <p:cNvSpPr/>
          <p:nvPr/>
        </p:nvSpPr>
        <p:spPr>
          <a:xfrm>
            <a:off x="5994179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792" name="Google Shape;792;p47"/>
          <p:cNvSpPr/>
          <p:nvPr/>
        </p:nvSpPr>
        <p:spPr>
          <a:xfrm>
            <a:off x="7706134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793" name="Google Shape;793;p47"/>
          <p:cNvSpPr/>
          <p:nvPr/>
        </p:nvSpPr>
        <p:spPr>
          <a:xfrm>
            <a:off x="2171075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47"/>
          <p:cNvSpPr/>
          <p:nvPr/>
        </p:nvSpPr>
        <p:spPr>
          <a:xfrm>
            <a:off x="3889833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47"/>
          <p:cNvSpPr/>
          <p:nvPr/>
        </p:nvSpPr>
        <p:spPr>
          <a:xfrm>
            <a:off x="5603960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47"/>
          <p:cNvSpPr/>
          <p:nvPr/>
        </p:nvSpPr>
        <p:spPr>
          <a:xfrm>
            <a:off x="7315915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47"/>
          <p:cNvSpPr/>
          <p:nvPr/>
        </p:nvSpPr>
        <p:spPr>
          <a:xfrm>
            <a:off x="458258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98" name="Google Shape;798;p47"/>
          <p:cNvCxnSpPr/>
          <p:nvPr/>
        </p:nvCxnSpPr>
        <p:spPr>
          <a:xfrm>
            <a:off x="458257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799" name="Google Shape;799;p47"/>
          <p:cNvCxnSpPr/>
          <p:nvPr/>
        </p:nvCxnSpPr>
        <p:spPr>
          <a:xfrm>
            <a:off x="2171075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00" name="Google Shape;800;p47"/>
          <p:cNvCxnSpPr/>
          <p:nvPr/>
        </p:nvCxnSpPr>
        <p:spPr>
          <a:xfrm>
            <a:off x="3889833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01" name="Google Shape;801;p47"/>
          <p:cNvCxnSpPr/>
          <p:nvPr/>
        </p:nvCxnSpPr>
        <p:spPr>
          <a:xfrm>
            <a:off x="5603960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02" name="Google Shape;802;p47"/>
          <p:cNvCxnSpPr/>
          <p:nvPr/>
        </p:nvCxnSpPr>
        <p:spPr>
          <a:xfrm>
            <a:off x="7315915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rgbClr val="53565A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03" name="Google Shape;803;p4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47"/>
          <p:cNvSpPr/>
          <p:nvPr/>
        </p:nvSpPr>
        <p:spPr>
          <a:xfrm>
            <a:off x="848476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805" name="Google Shape;805;p47"/>
          <p:cNvSpPr/>
          <p:nvPr/>
        </p:nvSpPr>
        <p:spPr>
          <a:xfrm>
            <a:off x="2561295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806" name="Google Shape;806;p47"/>
          <p:cNvSpPr/>
          <p:nvPr/>
        </p:nvSpPr>
        <p:spPr>
          <a:xfrm>
            <a:off x="4280052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807" name="Google Shape;807;p47"/>
          <p:cNvSpPr/>
          <p:nvPr/>
        </p:nvSpPr>
        <p:spPr>
          <a:xfrm>
            <a:off x="5994179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808" name="Google Shape;808;p47"/>
          <p:cNvSpPr/>
          <p:nvPr/>
        </p:nvSpPr>
        <p:spPr>
          <a:xfrm>
            <a:off x="7706134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rt">
  <p:cSld name="Chart"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48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1" name="Google Shape;811;p48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812" name="Google Shape;812;p48" descr="Row 1 label"/>
          <p:cNvSpPr txBox="1">
            <a:spLocks noGrp="1"/>
          </p:cNvSpPr>
          <p:nvPr>
            <p:ph type="body" idx="2"/>
          </p:nvPr>
        </p:nvSpPr>
        <p:spPr>
          <a:xfrm>
            <a:off x="203651" y="1160092"/>
            <a:ext cx="431100" cy="329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6857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00"/>
              <a:buNone/>
              <a:defRPr sz="8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13" name="Google Shape;813;p48" descr="Row 1 text box is a long horizontal box the width of the slide acting as a header. "/>
          <p:cNvSpPr txBox="1">
            <a:spLocks noGrp="1"/>
          </p:cNvSpPr>
          <p:nvPr>
            <p:ph type="body" idx="3"/>
          </p:nvPr>
        </p:nvSpPr>
        <p:spPr>
          <a:xfrm>
            <a:off x="775732" y="1171276"/>
            <a:ext cx="7975500" cy="3222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6857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14" name="Google Shape;814;p48" descr="Row 2 label; this row shows 4 content boxes labeled A through D, each is a different color and holds text."/>
          <p:cNvSpPr txBox="1">
            <a:spLocks noGrp="1"/>
          </p:cNvSpPr>
          <p:nvPr>
            <p:ph type="body" idx="4"/>
          </p:nvPr>
        </p:nvSpPr>
        <p:spPr>
          <a:xfrm>
            <a:off x="214368" y="2478581"/>
            <a:ext cx="420300" cy="49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6857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00"/>
              <a:buNone/>
              <a:defRPr sz="8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815" name="Google Shape;815;p48"/>
          <p:cNvCxnSpPr/>
          <p:nvPr/>
        </p:nvCxnSpPr>
        <p:spPr>
          <a:xfrm>
            <a:off x="820021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16" name="Google Shape;816;p48" descr="Row 2, box 1: text in plum"/>
          <p:cNvSpPr txBox="1">
            <a:spLocks noGrp="1"/>
          </p:cNvSpPr>
          <p:nvPr>
            <p:ph type="body" idx="5"/>
          </p:nvPr>
        </p:nvSpPr>
        <p:spPr>
          <a:xfrm>
            <a:off x="827021" y="2024875"/>
            <a:ext cx="1845000" cy="14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43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accent4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817" name="Google Shape;817;p48"/>
          <p:cNvCxnSpPr/>
          <p:nvPr/>
        </p:nvCxnSpPr>
        <p:spPr>
          <a:xfrm>
            <a:off x="2854562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18" name="Google Shape;818;p48" descr="Row 2, box 3: text in indigo"/>
          <p:cNvSpPr txBox="1">
            <a:spLocks noGrp="1"/>
          </p:cNvSpPr>
          <p:nvPr>
            <p:ph type="body" idx="6"/>
          </p:nvPr>
        </p:nvSpPr>
        <p:spPr>
          <a:xfrm>
            <a:off x="2862806" y="2024875"/>
            <a:ext cx="1845000" cy="14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435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3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819" name="Google Shape;819;p48"/>
          <p:cNvCxnSpPr/>
          <p:nvPr/>
        </p:nvCxnSpPr>
        <p:spPr>
          <a:xfrm>
            <a:off x="4889104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20" name="Google Shape;820;p48" descr="Row 2, box 2: text in ocean"/>
          <p:cNvSpPr txBox="1">
            <a:spLocks noGrp="1"/>
          </p:cNvSpPr>
          <p:nvPr>
            <p:ph type="body" idx="7"/>
          </p:nvPr>
        </p:nvSpPr>
        <p:spPr>
          <a:xfrm>
            <a:off x="4898592" y="2024875"/>
            <a:ext cx="1845000" cy="14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43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accent2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821" name="Google Shape;821;p48"/>
          <p:cNvCxnSpPr/>
          <p:nvPr/>
        </p:nvCxnSpPr>
        <p:spPr>
          <a:xfrm>
            <a:off x="6923645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22" name="Google Shape;822;p48" descr="Row 2, box 4: text in dark green"/>
          <p:cNvSpPr txBox="1">
            <a:spLocks noGrp="1"/>
          </p:cNvSpPr>
          <p:nvPr>
            <p:ph type="body" idx="8"/>
          </p:nvPr>
        </p:nvSpPr>
        <p:spPr>
          <a:xfrm>
            <a:off x="6934377" y="2024875"/>
            <a:ext cx="1845000" cy="14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43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accent5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3" name="Google Shape;823;p48" descr="Row 3 label: this row shows six, small content boxes in a horiztonal row"/>
          <p:cNvSpPr txBox="1">
            <a:spLocks noGrp="1"/>
          </p:cNvSpPr>
          <p:nvPr>
            <p:ph type="body" idx="9"/>
          </p:nvPr>
        </p:nvSpPr>
        <p:spPr>
          <a:xfrm>
            <a:off x="225087" y="3799141"/>
            <a:ext cx="409500" cy="49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6857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00"/>
              <a:buNone/>
              <a:defRPr sz="8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4" name="Google Shape;824;p48" descr="Row 3, text box 1"/>
          <p:cNvSpPr txBox="1">
            <a:spLocks noGrp="1"/>
          </p:cNvSpPr>
          <p:nvPr>
            <p:ph type="body" idx="13"/>
          </p:nvPr>
        </p:nvSpPr>
        <p:spPr>
          <a:xfrm>
            <a:off x="836506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5" name="Google Shape;825;p48" descr="Row 3, text box 2"/>
          <p:cNvSpPr txBox="1">
            <a:spLocks noGrp="1"/>
          </p:cNvSpPr>
          <p:nvPr>
            <p:ph type="body" idx="14"/>
          </p:nvPr>
        </p:nvSpPr>
        <p:spPr>
          <a:xfrm>
            <a:off x="2165298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6" name="Google Shape;826;p48" descr="Row 3, text box 3"/>
          <p:cNvSpPr txBox="1">
            <a:spLocks noGrp="1"/>
          </p:cNvSpPr>
          <p:nvPr>
            <p:ph type="body" idx="15"/>
          </p:nvPr>
        </p:nvSpPr>
        <p:spPr>
          <a:xfrm>
            <a:off x="3494090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7" name="Google Shape;827;p48" descr="Row 3, text box 4"/>
          <p:cNvSpPr txBox="1">
            <a:spLocks noGrp="1"/>
          </p:cNvSpPr>
          <p:nvPr>
            <p:ph type="body" idx="16"/>
          </p:nvPr>
        </p:nvSpPr>
        <p:spPr>
          <a:xfrm>
            <a:off x="4822881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8" name="Google Shape;828;p48" descr="Row 3, text box 5"/>
          <p:cNvSpPr txBox="1">
            <a:spLocks noGrp="1"/>
          </p:cNvSpPr>
          <p:nvPr>
            <p:ph type="body" idx="17"/>
          </p:nvPr>
        </p:nvSpPr>
        <p:spPr>
          <a:xfrm>
            <a:off x="6151673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9" name="Google Shape;829;p48" descr="Row 3, text box 6"/>
          <p:cNvSpPr txBox="1">
            <a:spLocks noGrp="1"/>
          </p:cNvSpPr>
          <p:nvPr>
            <p:ph type="body" idx="18"/>
          </p:nvPr>
        </p:nvSpPr>
        <p:spPr>
          <a:xfrm>
            <a:off x="7480464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30" name="Google Shape;830;p4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31" name="Google Shape;831;p48"/>
          <p:cNvCxnSpPr/>
          <p:nvPr/>
        </p:nvCxnSpPr>
        <p:spPr>
          <a:xfrm>
            <a:off x="820021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32" name="Google Shape;832;p48"/>
          <p:cNvCxnSpPr/>
          <p:nvPr/>
        </p:nvCxnSpPr>
        <p:spPr>
          <a:xfrm>
            <a:off x="2854562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33" name="Google Shape;833;p48"/>
          <p:cNvCxnSpPr/>
          <p:nvPr/>
        </p:nvCxnSpPr>
        <p:spPr>
          <a:xfrm>
            <a:off x="4889104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34" name="Google Shape;834;p48"/>
          <p:cNvCxnSpPr/>
          <p:nvPr/>
        </p:nvCxnSpPr>
        <p:spPr>
          <a:xfrm>
            <a:off x="6923645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35" name="Google Shape;835;p4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Leaf">
  <p:cSld name="Big Statement - Leaf"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7" name="Google Shape;837;p49"/>
          <p:cNvGrpSpPr/>
          <p:nvPr/>
        </p:nvGrpSpPr>
        <p:grpSpPr>
          <a:xfrm>
            <a:off x="3834825" y="1056478"/>
            <a:ext cx="5309231" cy="3415310"/>
            <a:chOff x="5111737" y="1408637"/>
            <a:chExt cx="7077088" cy="4553747"/>
          </a:xfrm>
        </p:grpSpPr>
        <p:sp>
          <p:nvSpPr>
            <p:cNvPr id="838" name="Google Shape;838;p49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rgbClr val="61A30E"/>
                </a:gs>
                <a:gs pos="5000">
                  <a:srgbClr val="61A30E"/>
                </a:gs>
                <a:gs pos="80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" name="Google Shape;839;p49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rgbClr val="61A30E"/>
                </a:gs>
                <a:gs pos="5000">
                  <a:srgbClr val="61A30E"/>
                </a:gs>
                <a:gs pos="80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0" name="Google Shape;840;p49"/>
          <p:cNvSpPr txBox="1">
            <a:spLocks noGrp="1"/>
          </p:cNvSpPr>
          <p:nvPr>
            <p:ph type="body" idx="1"/>
          </p:nvPr>
        </p:nvSpPr>
        <p:spPr>
          <a:xfrm>
            <a:off x="439972" y="1675253"/>
            <a:ext cx="48906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​"/>
              <a:defRPr sz="2700">
                <a:solidFill>
                  <a:schemeClr val="accent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41" name="Google Shape;841;p4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4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Aqua">
  <p:cSld name="Big Statement - Aqua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4" name="Google Shape;844;p50"/>
          <p:cNvGrpSpPr/>
          <p:nvPr/>
        </p:nvGrpSpPr>
        <p:grpSpPr>
          <a:xfrm>
            <a:off x="3834825" y="1056478"/>
            <a:ext cx="5309231" cy="3415310"/>
            <a:chOff x="5111737" y="1408637"/>
            <a:chExt cx="7077088" cy="4553747"/>
          </a:xfrm>
        </p:grpSpPr>
        <p:sp>
          <p:nvSpPr>
            <p:cNvPr id="845" name="Google Shape;845;p50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21000">
                  <a:schemeClr val="accent2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" name="Google Shape;846;p50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21000">
                  <a:schemeClr val="accent2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7" name="Google Shape;847;p50"/>
          <p:cNvSpPr txBox="1">
            <a:spLocks noGrp="1"/>
          </p:cNvSpPr>
          <p:nvPr>
            <p:ph type="body" idx="1"/>
          </p:nvPr>
        </p:nvSpPr>
        <p:spPr>
          <a:xfrm>
            <a:off x="435242" y="1675253"/>
            <a:ext cx="48954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​"/>
              <a:defRPr sz="270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48" name="Google Shape;848;p50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50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Plum">
  <p:cSld name="Big Statement - Plum"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1" name="Google Shape;851;p51"/>
          <p:cNvGrpSpPr/>
          <p:nvPr/>
        </p:nvGrpSpPr>
        <p:grpSpPr>
          <a:xfrm>
            <a:off x="3834825" y="1056478"/>
            <a:ext cx="5309231" cy="3415310"/>
            <a:chOff x="5111737" y="1408637"/>
            <a:chExt cx="7077088" cy="4553747"/>
          </a:xfrm>
        </p:grpSpPr>
        <p:sp>
          <p:nvSpPr>
            <p:cNvPr id="852" name="Google Shape;852;p51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6000">
                  <a:schemeClr val="accent5"/>
                </a:gs>
                <a:gs pos="7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" name="Google Shape;853;p51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21000">
                  <a:schemeClr val="accent5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54" name="Google Shape;854;p51"/>
          <p:cNvSpPr txBox="1">
            <a:spLocks noGrp="1"/>
          </p:cNvSpPr>
          <p:nvPr>
            <p:ph type="body" idx="1"/>
          </p:nvPr>
        </p:nvSpPr>
        <p:spPr>
          <a:xfrm>
            <a:off x="439972" y="1675253"/>
            <a:ext cx="48906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​"/>
              <a:defRPr sz="2700">
                <a:solidFill>
                  <a:schemeClr val="accent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55" name="Google Shape;855;p5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5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Leaf ">
  <p:cSld name="Big Statement 2 - Leaf "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52"/>
          <p:cNvSpPr/>
          <p:nvPr/>
        </p:nvSpPr>
        <p:spPr>
          <a:xfrm>
            <a:off x="-7300" y="1371177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52"/>
          <p:cNvSpPr/>
          <p:nvPr/>
        </p:nvSpPr>
        <p:spPr>
          <a:xfrm>
            <a:off x="4844034" y="2669414"/>
            <a:ext cx="4298846" cy="2474086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rgbClr val="61A30E"/>
              </a:gs>
              <a:gs pos="21000">
                <a:srgbClr val="61A30E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52"/>
          <p:cNvSpPr txBox="1">
            <a:spLocks noGrp="1"/>
          </p:cNvSpPr>
          <p:nvPr>
            <p:ph type="title"/>
          </p:nvPr>
        </p:nvSpPr>
        <p:spPr>
          <a:xfrm>
            <a:off x="441946" y="704096"/>
            <a:ext cx="48219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61" name="Google Shape;861;p52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8075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862" name="Google Shape;862;p52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Aqua">
  <p:cSld name="Big Statement 2 - Aqua">
    <p:spTree>
      <p:nvGrpSpPr>
        <p:cNvPr id="1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p53"/>
          <p:cNvSpPr/>
          <p:nvPr/>
        </p:nvSpPr>
        <p:spPr>
          <a:xfrm>
            <a:off x="-7300" y="1371177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53"/>
          <p:cNvSpPr/>
          <p:nvPr/>
        </p:nvSpPr>
        <p:spPr>
          <a:xfrm>
            <a:off x="4844034" y="2673224"/>
            <a:ext cx="4298846" cy="2474086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accent2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5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53"/>
          <p:cNvSpPr txBox="1">
            <a:spLocks noGrp="1"/>
          </p:cNvSpPr>
          <p:nvPr>
            <p:ph type="title"/>
          </p:nvPr>
        </p:nvSpPr>
        <p:spPr>
          <a:xfrm>
            <a:off x="441946" y="704096"/>
            <a:ext cx="48219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68" name="Google Shape;868;p53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8075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869" name="Google Shape;869;p53"/>
          <p:cNvSpPr/>
          <p:nvPr/>
        </p:nvSpPr>
        <p:spPr>
          <a:xfrm>
            <a:off x="-7300" y="1371177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5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Plum">
  <p:cSld name="Big Statement 2 - Plum"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54"/>
          <p:cNvSpPr/>
          <p:nvPr/>
        </p:nvSpPr>
        <p:spPr>
          <a:xfrm>
            <a:off x="-7300" y="1371177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54"/>
          <p:cNvSpPr/>
          <p:nvPr/>
        </p:nvSpPr>
        <p:spPr>
          <a:xfrm>
            <a:off x="4844034" y="2673224"/>
            <a:ext cx="4298846" cy="2474086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21000">
                <a:schemeClr val="accent5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5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54"/>
          <p:cNvSpPr txBox="1">
            <a:spLocks noGrp="1"/>
          </p:cNvSpPr>
          <p:nvPr>
            <p:ph type="title"/>
          </p:nvPr>
        </p:nvSpPr>
        <p:spPr>
          <a:xfrm>
            <a:off x="441946" y="704096"/>
            <a:ext cx="48219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6" name="Google Shape;876;p54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8075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877" name="Google Shape;877;p54"/>
          <p:cNvSpPr/>
          <p:nvPr/>
        </p:nvSpPr>
        <p:spPr>
          <a:xfrm>
            <a:off x="-7300" y="1371177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5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with Photo">
  <p:cSld name="Big Statement with Photo"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55"/>
          <p:cNvSpPr txBox="1">
            <a:spLocks noGrp="1"/>
          </p:cNvSpPr>
          <p:nvPr>
            <p:ph type="body" idx="1"/>
          </p:nvPr>
        </p:nvSpPr>
        <p:spPr>
          <a:xfrm>
            <a:off x="456129" y="1885950"/>
            <a:ext cx="41154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​"/>
              <a:defRPr sz="270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81" name="Google Shape;881;p55"/>
          <p:cNvSpPr>
            <a:spLocks noGrp="1"/>
          </p:cNvSpPr>
          <p:nvPr>
            <p:ph type="pic" idx="2"/>
          </p:nvPr>
        </p:nvSpPr>
        <p:spPr>
          <a:xfrm>
            <a:off x="5090591" y="52388"/>
            <a:ext cx="4053300" cy="5091000"/>
          </a:xfrm>
          <a:prstGeom prst="rect">
            <a:avLst/>
          </a:prstGeom>
          <a:noFill/>
          <a:ln>
            <a:noFill/>
          </a:ln>
        </p:spPr>
      </p:sp>
      <p:sp>
        <p:nvSpPr>
          <p:cNvPr id="882" name="Google Shape;882;p5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5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istic">
  <p:cSld name="Big Statistic"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56"/>
          <p:cNvSpPr/>
          <p:nvPr/>
        </p:nvSpPr>
        <p:spPr>
          <a:xfrm>
            <a:off x="0" y="3249216"/>
            <a:ext cx="9144000" cy="18942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56"/>
          <p:cNvSpPr/>
          <p:nvPr/>
        </p:nvSpPr>
        <p:spPr>
          <a:xfrm>
            <a:off x="500830" y="542248"/>
            <a:ext cx="3353700" cy="3352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56" descr="Doughnut chart label 3"/>
          <p:cNvSpPr txBox="1">
            <a:spLocks noGrp="1"/>
          </p:cNvSpPr>
          <p:nvPr>
            <p:ph type="body" idx="1"/>
          </p:nvPr>
        </p:nvSpPr>
        <p:spPr>
          <a:xfrm>
            <a:off x="4573191" y="1885949"/>
            <a:ext cx="37719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​"/>
              <a:defRPr sz="27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88" name="Google Shape;888;p56" descr="Doughnut chart label 1"/>
          <p:cNvSpPr txBox="1">
            <a:spLocks noGrp="1"/>
          </p:cNvSpPr>
          <p:nvPr>
            <p:ph type="body" idx="2"/>
          </p:nvPr>
        </p:nvSpPr>
        <p:spPr>
          <a:xfrm>
            <a:off x="456366" y="4130360"/>
            <a:ext cx="1028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89" name="Google Shape;889;p56" descr="Doughnut chart label 2"/>
          <p:cNvSpPr txBox="1">
            <a:spLocks noGrp="1"/>
          </p:cNvSpPr>
          <p:nvPr>
            <p:ph type="body" idx="3"/>
          </p:nvPr>
        </p:nvSpPr>
        <p:spPr>
          <a:xfrm>
            <a:off x="1827788" y="4130360"/>
            <a:ext cx="1028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90" name="Google Shape;890;p56" descr="Doughnut chart label 4"/>
          <p:cNvSpPr txBox="1">
            <a:spLocks noGrp="1"/>
          </p:cNvSpPr>
          <p:nvPr>
            <p:ph type="body" idx="4"/>
          </p:nvPr>
        </p:nvSpPr>
        <p:spPr>
          <a:xfrm>
            <a:off x="3196660" y="4130360"/>
            <a:ext cx="1028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91" name="Google Shape;891;p56" descr="Doughnut chart label 5"/>
          <p:cNvSpPr txBox="1">
            <a:spLocks noGrp="1"/>
          </p:cNvSpPr>
          <p:nvPr>
            <p:ph type="body" idx="5"/>
          </p:nvPr>
        </p:nvSpPr>
        <p:spPr>
          <a:xfrm>
            <a:off x="4567271" y="4130360"/>
            <a:ext cx="1028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92" name="Google Shape;892;p56" descr="Doughnut chart label 6"/>
          <p:cNvSpPr txBox="1">
            <a:spLocks noGrp="1"/>
          </p:cNvSpPr>
          <p:nvPr>
            <p:ph type="body" idx="6"/>
          </p:nvPr>
        </p:nvSpPr>
        <p:spPr>
          <a:xfrm>
            <a:off x="5942051" y="4130360"/>
            <a:ext cx="1028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93" name="Google Shape;893;p5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94" name="Google Shape;894;p56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895" name="Google Shape;895;p5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896" name="Google Shape;896;p5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7" name="Google Shape;897;p5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8" name="Google Shape;898;p5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9" name="Google Shape;899;p5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0" name="Google Shape;900;p5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1" name="Google Shape;901;p5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2" name="Google Shape;902;p5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" name="Google Shape;903;p5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" name="Google Shape;904;p5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5" name="Google Shape;905;p5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06" name="Google Shape;906;p5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907" name="Google Shape;907;p5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" name="Google Shape;908;p5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" name="Google Shape;909;p5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0" name="Google Shape;910;p5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1" name="Google Shape;911;p5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" name="Google Shape;912;p5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" name="Google Shape;913;p5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14" name="Google Shape;914;p56"/>
          <p:cNvSpPr/>
          <p:nvPr/>
        </p:nvSpPr>
        <p:spPr>
          <a:xfrm>
            <a:off x="500830" y="542248"/>
            <a:ext cx="3353700" cy="3352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5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6" name="Google Shape;916;p56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917" name="Google Shape;917;p5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918" name="Google Shape;918;p5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9" name="Google Shape;919;p5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0" name="Google Shape;920;p5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1" name="Google Shape;921;p5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2" name="Google Shape;922;p5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3" name="Google Shape;923;p5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4" name="Google Shape;924;p5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5" name="Google Shape;925;p5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6" name="Google Shape;926;p5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7" name="Google Shape;927;p5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28" name="Google Shape;928;p5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929" name="Google Shape;929;p5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0" name="Google Shape;930;p5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1" name="Google Shape;931;p5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2" name="Google Shape;932;p5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3" name="Google Shape;933;p5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4" name="Google Shape;934;p5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5" name="Google Shape;935;p5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36" name="Google Shape;936;p56"/>
          <p:cNvSpPr>
            <a:spLocks noGrp="1"/>
          </p:cNvSpPr>
          <p:nvPr>
            <p:ph type="chart" idx="7"/>
          </p:nvPr>
        </p:nvSpPr>
        <p:spPr>
          <a:xfrm>
            <a:off x="497133" y="542248"/>
            <a:ext cx="3360900" cy="33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Arial"/>
              <a:buChar char="​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100"/>
              <a:buFont typeface="Arial"/>
              <a:buChar char="–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–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NTR"/>
              <a:buChar char="-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rgbClr val="3B3B3B"/>
              </a:buClr>
              <a:buSzPts val="900"/>
              <a:buFont typeface="NTR"/>
              <a:buChar char="-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37" name="Google Shape;937;p56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5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5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Leaf">
  <p:cSld name="Thank You / Closing - Leaf"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58"/>
          <p:cNvSpPr/>
          <p:nvPr/>
        </p:nvSpPr>
        <p:spPr>
          <a:xfrm>
            <a:off x="0" y="0"/>
            <a:ext cx="4976837" cy="3339620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rgbClr val="61A30E"/>
              </a:gs>
              <a:gs pos="12000">
                <a:srgbClr val="61A30E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3" name="Google Shape;943;p58"/>
          <p:cNvSpPr/>
          <p:nvPr/>
        </p:nvSpPr>
        <p:spPr>
          <a:xfrm>
            <a:off x="0" y="0"/>
            <a:ext cx="9134363" cy="51435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58"/>
          <p:cNvSpPr txBox="1"/>
          <p:nvPr/>
        </p:nvSpPr>
        <p:spPr>
          <a:xfrm>
            <a:off x="5343576" y="3100273"/>
            <a:ext cx="26898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800"/>
              <a:buFont typeface="Arial"/>
              <a:buNone/>
            </a:pPr>
            <a:r>
              <a:rPr lang="en" sz="3800" b="0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100"/>
          </a:p>
        </p:txBody>
      </p:sp>
      <p:grpSp>
        <p:nvGrpSpPr>
          <p:cNvPr id="945" name="Google Shape;945;p58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946" name="Google Shape;946;p5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947" name="Google Shape;947;p5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8" name="Google Shape;948;p5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9" name="Google Shape;949;p5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0" name="Google Shape;950;p5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1" name="Google Shape;951;p5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2" name="Google Shape;952;p5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3" name="Google Shape;953;p5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4" name="Google Shape;954;p5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5" name="Google Shape;955;p5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6" name="Google Shape;956;p5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57" name="Google Shape;957;p5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958" name="Google Shape;958;p5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9" name="Google Shape;959;p5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0" name="Google Shape;960;p5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1" name="Google Shape;961;p5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2" name="Google Shape;962;p5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3" name="Google Shape;963;p5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4" name="Google Shape;964;p5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65" name="Google Shape;965;p58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58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58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Aqua">
  <p:cSld name="Thank You / Closing - Aqua"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p59"/>
          <p:cNvSpPr/>
          <p:nvPr/>
        </p:nvSpPr>
        <p:spPr>
          <a:xfrm>
            <a:off x="0" y="0"/>
            <a:ext cx="4976837" cy="3339620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2000">
                <a:schemeClr val="accent2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59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59"/>
          <p:cNvSpPr txBox="1"/>
          <p:nvPr/>
        </p:nvSpPr>
        <p:spPr>
          <a:xfrm>
            <a:off x="5343576" y="3100273"/>
            <a:ext cx="26898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800"/>
              <a:buFont typeface="Arial"/>
              <a:buNone/>
            </a:pPr>
            <a:r>
              <a:rPr lang="en" sz="3800" b="0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100"/>
          </a:p>
        </p:txBody>
      </p:sp>
      <p:sp>
        <p:nvSpPr>
          <p:cNvPr id="972" name="Google Shape;972;p59"/>
          <p:cNvSpPr txBox="1"/>
          <p:nvPr/>
        </p:nvSpPr>
        <p:spPr>
          <a:xfrm>
            <a:off x="1234134" y="4846124"/>
            <a:ext cx="22896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100"/>
          </a:p>
        </p:txBody>
      </p:sp>
      <p:sp>
        <p:nvSpPr>
          <p:cNvPr id="973" name="Google Shape;973;p59"/>
          <p:cNvSpPr txBox="1"/>
          <p:nvPr/>
        </p:nvSpPr>
        <p:spPr>
          <a:xfrm>
            <a:off x="1234134" y="4927076"/>
            <a:ext cx="28923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  <p:grpSp>
        <p:nvGrpSpPr>
          <p:cNvPr id="974" name="Google Shape;974;p59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975" name="Google Shape;975;p5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976" name="Google Shape;976;p5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7" name="Google Shape;977;p5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8" name="Google Shape;978;p5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9" name="Google Shape;979;p5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0" name="Google Shape;980;p5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1" name="Google Shape;981;p5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2" name="Google Shape;982;p5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3" name="Google Shape;983;p5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4" name="Google Shape;984;p5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5" name="Google Shape;985;p5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86" name="Google Shape;986;p5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987" name="Google Shape;987;p5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8" name="Google Shape;988;p5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9" name="Google Shape;989;p5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0" name="Google Shape;990;p5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1" name="Google Shape;991;p5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2" name="Google Shape;992;p5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3" name="Google Shape;993;p5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94" name="Google Shape;994;p59"/>
          <p:cNvSpPr/>
          <p:nvPr/>
        </p:nvSpPr>
        <p:spPr>
          <a:xfrm>
            <a:off x="0" y="0"/>
            <a:ext cx="9134363" cy="51435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5" name="Google Shape;995;p59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6" name="Google Shape;996;p59"/>
          <p:cNvSpPr txBox="1"/>
          <p:nvPr/>
        </p:nvSpPr>
        <p:spPr>
          <a:xfrm>
            <a:off x="5343576" y="3100273"/>
            <a:ext cx="26898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800"/>
              <a:buFont typeface="Arial"/>
              <a:buNone/>
            </a:pPr>
            <a:r>
              <a:rPr lang="en" sz="3800" b="0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100"/>
          </a:p>
        </p:txBody>
      </p:sp>
      <p:grpSp>
        <p:nvGrpSpPr>
          <p:cNvPr id="997" name="Google Shape;997;p59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998" name="Google Shape;998;p5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999" name="Google Shape;999;p5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0" name="Google Shape;1000;p5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1" name="Google Shape;1001;p5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2" name="Google Shape;1002;p5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3" name="Google Shape;1003;p5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4" name="Google Shape;1004;p5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5" name="Google Shape;1005;p5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6" name="Google Shape;1006;p5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7" name="Google Shape;1007;p5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8" name="Google Shape;1008;p5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009" name="Google Shape;1009;p5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010" name="Google Shape;1010;p5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1" name="Google Shape;1011;p5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2" name="Google Shape;1012;p5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3" name="Google Shape;1013;p5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4" name="Google Shape;1014;p5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5" name="Google Shape;1015;p5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6" name="Google Shape;1016;p5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017" name="Google Shape;1017;p59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Plum">
  <p:cSld name="Thank You / Closing - Plum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60"/>
          <p:cNvSpPr/>
          <p:nvPr/>
        </p:nvSpPr>
        <p:spPr>
          <a:xfrm>
            <a:off x="0" y="0"/>
            <a:ext cx="4976837" cy="3339620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chemeClr val="accent5"/>
              </a:gs>
              <a:gs pos="12000">
                <a:schemeClr val="accent5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0" name="Google Shape;1020;p60"/>
          <p:cNvSpPr txBox="1"/>
          <p:nvPr/>
        </p:nvSpPr>
        <p:spPr>
          <a:xfrm>
            <a:off x="5343576" y="3100273"/>
            <a:ext cx="26898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800"/>
              <a:buFont typeface="Arial"/>
              <a:buNone/>
            </a:pPr>
            <a:r>
              <a:rPr lang="en" sz="3800" b="0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100"/>
          </a:p>
        </p:txBody>
      </p:sp>
      <p:sp>
        <p:nvSpPr>
          <p:cNvPr id="1021" name="Google Shape;1021;p60"/>
          <p:cNvSpPr txBox="1"/>
          <p:nvPr/>
        </p:nvSpPr>
        <p:spPr>
          <a:xfrm>
            <a:off x="1234134" y="4846124"/>
            <a:ext cx="22896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100"/>
          </a:p>
        </p:txBody>
      </p:sp>
      <p:sp>
        <p:nvSpPr>
          <p:cNvPr id="1022" name="Google Shape;1022;p60"/>
          <p:cNvSpPr txBox="1"/>
          <p:nvPr/>
        </p:nvSpPr>
        <p:spPr>
          <a:xfrm>
            <a:off x="1234134" y="4927076"/>
            <a:ext cx="28923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  <p:grpSp>
        <p:nvGrpSpPr>
          <p:cNvPr id="1023" name="Google Shape;1023;p60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024" name="Google Shape;1024;p6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025" name="Google Shape;1025;p6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26" name="Google Shape;1026;p6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27" name="Google Shape;1027;p6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28" name="Google Shape;1028;p6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29" name="Google Shape;1029;p6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0" name="Google Shape;1030;p6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1" name="Google Shape;1031;p6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2" name="Google Shape;1032;p6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3" name="Google Shape;1033;p6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4" name="Google Shape;1034;p6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035" name="Google Shape;1035;p6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036" name="Google Shape;1036;p6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7" name="Google Shape;1037;p6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8" name="Google Shape;1038;p6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9" name="Google Shape;1039;p6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0" name="Google Shape;1040;p6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1" name="Google Shape;1041;p6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2" name="Google Shape;1042;p6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043" name="Google Shape;1043;p60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60"/>
          <p:cNvSpPr/>
          <p:nvPr/>
        </p:nvSpPr>
        <p:spPr>
          <a:xfrm>
            <a:off x="0" y="0"/>
            <a:ext cx="9134363" cy="51435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60"/>
          <p:cNvSpPr txBox="1"/>
          <p:nvPr/>
        </p:nvSpPr>
        <p:spPr>
          <a:xfrm>
            <a:off x="5343576" y="3100273"/>
            <a:ext cx="26898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800"/>
              <a:buFont typeface="Arial"/>
              <a:buNone/>
            </a:pPr>
            <a:r>
              <a:rPr lang="en" sz="3800" b="0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100"/>
          </a:p>
        </p:txBody>
      </p:sp>
      <p:grpSp>
        <p:nvGrpSpPr>
          <p:cNvPr id="1046" name="Google Shape;1046;p60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047" name="Google Shape;1047;p6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048" name="Google Shape;1048;p6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9" name="Google Shape;1049;p6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0" name="Google Shape;1050;p6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1" name="Google Shape;1051;p6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2" name="Google Shape;1052;p6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3" name="Google Shape;1053;p6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4" name="Google Shape;1054;p6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5" name="Google Shape;1055;p6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6" name="Google Shape;1056;p6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7" name="Google Shape;1057;p6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058" name="Google Shape;1058;p6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059" name="Google Shape;1059;p6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0" name="Google Shape;1060;p6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1" name="Google Shape;1061;p6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2" name="Google Shape;1062;p6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3" name="Google Shape;1063;p6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4" name="Google Shape;1064;p6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5" name="Google Shape;1065;p6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066" name="Google Shape;1066;p60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60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45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55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slideLayout" Target="../slideLayouts/slideLayout54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31.xml"/><Relationship Id="rId41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200" y="1200152"/>
            <a:ext cx="8229600" cy="3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Arial"/>
              <a:buChar char="​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100"/>
              <a:buFont typeface="Arial"/>
              <a:buChar char="–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–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NTR"/>
              <a:buChar char="-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857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rgbClr val="3B3B3B"/>
              </a:buClr>
              <a:buSzPts val="900"/>
              <a:buFont typeface="NTR"/>
              <a:buChar char="-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grpSp>
        <p:nvGrpSpPr>
          <p:cNvPr id="53" name="Google Shape;53;p13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54" name="Google Shape;54;p13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55" name="Google Shape;55;p13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13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" name="Google Shape;57;p13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" name="Google Shape;58;p13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" name="Google Shape;59;p13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" name="Google Shape;60;p13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" name="Google Shape;61;p13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" name="Google Shape;62;p13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" name="Google Shape;63;p13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13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5" name="Google Shape;65;p13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66" name="Google Shape;66;p13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7" name="Google Shape;67;p13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8" name="Google Shape;68;p13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" name="Google Shape;69;p13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" name="Google Shape;70;p13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" name="Google Shape;71;p13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2" name="Google Shape;72;p13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73" name="Google Shape;73;p13"/>
          <p:cNvSpPr/>
          <p:nvPr/>
        </p:nvSpPr>
        <p:spPr>
          <a:xfrm>
            <a:off x="0" y="0"/>
            <a:ext cx="9139286" cy="56153"/>
          </a:xfrm>
          <a:custGeom>
            <a:avLst/>
            <a:gdLst/>
            <a:ahLst/>
            <a:cxnLst/>
            <a:rect l="l" t="t" r="r" b="b"/>
            <a:pathLst>
              <a:path w="12185715" h="74871" extrusionOk="0">
                <a:moveTo>
                  <a:pt x="0" y="0"/>
                </a:moveTo>
                <a:lnTo>
                  <a:pt x="12185716" y="0"/>
                </a:lnTo>
                <a:lnTo>
                  <a:pt x="12185716" y="74871"/>
                </a:lnTo>
                <a:lnTo>
                  <a:pt x="0" y="74871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25000">
                <a:schemeClr val="accent1"/>
              </a:gs>
              <a:gs pos="50000">
                <a:schemeClr val="accent3"/>
              </a:gs>
              <a:gs pos="75000">
                <a:schemeClr val="accent2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  <p:sldLayoutId id="2147483692" r:id="rId31"/>
    <p:sldLayoutId id="2147483693" r:id="rId32"/>
    <p:sldLayoutId id="2147483694" r:id="rId33"/>
    <p:sldLayoutId id="2147483695" r:id="rId34"/>
    <p:sldLayoutId id="2147483696" r:id="rId35"/>
    <p:sldLayoutId id="2147483697" r:id="rId36"/>
    <p:sldLayoutId id="2147483698" r:id="rId37"/>
    <p:sldLayoutId id="2147483699" r:id="rId38"/>
    <p:sldLayoutId id="2147483700" r:id="rId39"/>
    <p:sldLayoutId id="2147483701" r:id="rId40"/>
    <p:sldLayoutId id="2147483702" r:id="rId41"/>
    <p:sldLayoutId id="2147483703" r:id="rId42"/>
    <p:sldLayoutId id="2147483704" r:id="rId43"/>
    <p:sldLayoutId id="2147483705" r:id="rId4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1404">
          <p15:clr>
            <a:srgbClr val="F26B43"/>
          </p15:clr>
        </p15:guide>
        <p15:guide id="4" orient="horz" pos="1188">
          <p15:clr>
            <a:srgbClr val="F26B43"/>
          </p15:clr>
        </p15:guide>
        <p15:guide id="5" orient="horz" pos="972">
          <p15:clr>
            <a:srgbClr val="F26B43"/>
          </p15:clr>
        </p15:guide>
        <p15:guide id="6" orient="horz" pos="756">
          <p15:clr>
            <a:srgbClr val="F26B43"/>
          </p15:clr>
        </p15:guide>
        <p15:guide id="7" orient="horz" pos="540">
          <p15:clr>
            <a:srgbClr val="F26B43"/>
          </p15:clr>
        </p15:guide>
        <p15:guide id="8" orient="horz" pos="432">
          <p15:clr>
            <a:srgbClr val="F26B43"/>
          </p15:clr>
        </p15:guide>
        <p15:guide id="9" orient="horz" pos="216">
          <p15:clr>
            <a:srgbClr val="F26B43"/>
          </p15:clr>
        </p15:guide>
        <p15:guide id="10" orient="horz">
          <p15:clr>
            <a:srgbClr val="F26B43"/>
          </p15:clr>
        </p15:guide>
        <p15:guide id="11" orient="horz" pos="1836">
          <p15:clr>
            <a:srgbClr val="F26B43"/>
          </p15:clr>
        </p15:guide>
        <p15:guide id="12" orient="horz" pos="2052">
          <p15:clr>
            <a:srgbClr val="F26B43"/>
          </p15:clr>
        </p15:guide>
        <p15:guide id="13" orient="horz" pos="2268">
          <p15:clr>
            <a:srgbClr val="F26B43"/>
          </p15:clr>
        </p15:guide>
        <p15:guide id="14" orient="horz" pos="2484">
          <p15:clr>
            <a:srgbClr val="F26B43"/>
          </p15:clr>
        </p15:guide>
        <p15:guide id="15" orient="horz" pos="2700">
          <p15:clr>
            <a:srgbClr val="F26B43"/>
          </p15:clr>
        </p15:guide>
        <p15:guide id="16" orient="horz" pos="2916">
          <p15:clr>
            <a:srgbClr val="F26B43"/>
          </p15:clr>
        </p15:guide>
        <p15:guide id="17" orient="horz" pos="3024">
          <p15:clr>
            <a:srgbClr val="F26B43"/>
          </p15:clr>
        </p15:guide>
        <p15:guide id="18" pos="2664">
          <p15:clr>
            <a:srgbClr val="F26B43"/>
          </p15:clr>
        </p15:guide>
        <p15:guide id="19" pos="2448">
          <p15:clr>
            <a:srgbClr val="F26B43"/>
          </p15:clr>
        </p15:guide>
        <p15:guide id="20" pos="2232">
          <p15:clr>
            <a:srgbClr val="F26B43"/>
          </p15:clr>
        </p15:guide>
        <p15:guide id="21" pos="2016">
          <p15:clr>
            <a:srgbClr val="F26B43"/>
          </p15:clr>
        </p15:guide>
        <p15:guide id="22" pos="1800">
          <p15:clr>
            <a:srgbClr val="F26B43"/>
          </p15:clr>
        </p15:guide>
        <p15:guide id="23" pos="1584">
          <p15:clr>
            <a:srgbClr val="F26B43"/>
          </p15:clr>
        </p15:guide>
        <p15:guide id="24" pos="1368">
          <p15:clr>
            <a:srgbClr val="F26B43"/>
          </p15:clr>
        </p15:guide>
        <p15:guide id="25" pos="1152">
          <p15:clr>
            <a:srgbClr val="F26B43"/>
          </p15:clr>
        </p15:guide>
        <p15:guide id="26" pos="935">
          <p15:clr>
            <a:srgbClr val="F26B43"/>
          </p15:clr>
        </p15:guide>
        <p15:guide id="27" pos="719">
          <p15:clr>
            <a:srgbClr val="F26B43"/>
          </p15:clr>
        </p15:guide>
        <p15:guide id="28" pos="503">
          <p15:clr>
            <a:srgbClr val="F26B43"/>
          </p15:clr>
        </p15:guide>
        <p15:guide id="29" pos="287">
          <p15:clr>
            <a:srgbClr val="F26B43"/>
          </p15:clr>
        </p15:guide>
        <p15:guide id="30" pos="3096">
          <p15:clr>
            <a:srgbClr val="F26B43"/>
          </p15:clr>
        </p15:guide>
        <p15:guide id="31" pos="3312">
          <p15:clr>
            <a:srgbClr val="F26B43"/>
          </p15:clr>
        </p15:guide>
        <p15:guide id="32" pos="3528">
          <p15:clr>
            <a:srgbClr val="F26B43"/>
          </p15:clr>
        </p15:guide>
        <p15:guide id="33" pos="3744">
          <p15:clr>
            <a:srgbClr val="F26B43"/>
          </p15:clr>
        </p15:guide>
        <p15:guide id="34" pos="3960">
          <p15:clr>
            <a:srgbClr val="F26B43"/>
          </p15:clr>
        </p15:guide>
        <p15:guide id="35" pos="4176">
          <p15:clr>
            <a:srgbClr val="F26B43"/>
          </p15:clr>
        </p15:guide>
        <p15:guide id="36" pos="4392">
          <p15:clr>
            <a:srgbClr val="F26B43"/>
          </p15:clr>
        </p15:guide>
        <p15:guide id="37" pos="4608">
          <p15:clr>
            <a:srgbClr val="F26B43"/>
          </p15:clr>
        </p15:guide>
        <p15:guide id="38" pos="4825">
          <p15:clr>
            <a:srgbClr val="F26B43"/>
          </p15:clr>
        </p15:guide>
        <p15:guide id="39" pos="5041">
          <p15:clr>
            <a:srgbClr val="F26B43"/>
          </p15:clr>
        </p15:guide>
        <p15:guide id="40" pos="5257">
          <p15:clr>
            <a:srgbClr val="F26B43"/>
          </p15:clr>
        </p15:guide>
        <p15:guide id="41" pos="5473">
          <p15:clr>
            <a:srgbClr val="F26B43"/>
          </p15:clr>
        </p15:guide>
        <p15:guide id="42" pos="5760">
          <p15:clr>
            <a:srgbClr val="F26B43"/>
          </p15:clr>
        </p15:guide>
        <p15:guide id="43" orient="horz" pos="3240">
          <p15:clr>
            <a:srgbClr val="F26B43"/>
          </p15:clr>
        </p15:guide>
        <p15:guide id="4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p64"/>
          <p:cNvSpPr txBox="1">
            <a:spLocks noGrp="1"/>
          </p:cNvSpPr>
          <p:nvPr>
            <p:ph type="body" idx="2"/>
          </p:nvPr>
        </p:nvSpPr>
        <p:spPr>
          <a:xfrm>
            <a:off x="441485" y="4144274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 smtClean="0"/>
              <a:t>CODEQT1177LV</a:t>
            </a:r>
            <a:endParaRPr dirty="0"/>
          </a:p>
        </p:txBody>
      </p:sp>
      <p:sp>
        <p:nvSpPr>
          <p:cNvPr id="1103" name="Google Shape;1103;p64"/>
          <p:cNvSpPr txBox="1">
            <a:spLocks noGrp="1"/>
          </p:cNvSpPr>
          <p:nvPr>
            <p:ph type="body" idx="3"/>
          </p:nvPr>
        </p:nvSpPr>
        <p:spPr>
          <a:xfrm>
            <a:off x="441485" y="4420654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 smtClean="0"/>
              <a:t>#</a:t>
            </a:r>
            <a:r>
              <a:rPr lang="en-US" dirty="0" err="1" smtClean="0"/>
              <a:t>VMwareExplore</a:t>
            </a:r>
            <a:r>
              <a:rPr lang="en-US" dirty="0" smtClean="0"/>
              <a:t> #CODEQT1177LV</a:t>
            </a:r>
            <a:endParaRPr dirty="0"/>
          </a:p>
        </p:txBody>
      </p:sp>
      <p:sp>
        <p:nvSpPr>
          <p:cNvPr id="1105" name="Google Shape;1105;p64"/>
          <p:cNvSpPr txBox="1">
            <a:spLocks noGrp="1"/>
          </p:cNvSpPr>
          <p:nvPr>
            <p:ph type="body" idx="5"/>
          </p:nvPr>
        </p:nvSpPr>
        <p:spPr>
          <a:xfrm>
            <a:off x="441837" y="2370535"/>
            <a:ext cx="41304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US" dirty="0" smtClean="0"/>
              <a:t>Loop Swoop and Pool</a:t>
            </a:r>
            <a:endParaRPr dirty="0"/>
          </a:p>
        </p:txBody>
      </p:sp>
      <p:sp>
        <p:nvSpPr>
          <p:cNvPr id="1106" name="Google Shape;1106;p64"/>
          <p:cNvSpPr txBox="1">
            <a:spLocks noGrp="1"/>
          </p:cNvSpPr>
          <p:nvPr>
            <p:ph type="body" idx="6"/>
          </p:nvPr>
        </p:nvSpPr>
        <p:spPr>
          <a:xfrm>
            <a:off x="441660" y="3334232"/>
            <a:ext cx="4130400" cy="3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</a:pPr>
            <a:r>
              <a:rPr lang="en-US" sz="1400" dirty="0" err="1" smtClean="0"/>
              <a:t>PowerCLI</a:t>
            </a:r>
            <a:r>
              <a:rPr lang="en-US" sz="1400" dirty="0" smtClean="0"/>
              <a:t> will be as easy as Tying your Shoes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Justin P. Sider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3397415" y="1108425"/>
            <a:ext cx="4356456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1400" dirty="0"/>
              <a:t>Chief Information Officer – Belay Technologies</a:t>
            </a:r>
          </a:p>
          <a:p>
            <a:pPr lvl="1"/>
            <a:r>
              <a:rPr lang="en-US" sz="1000" dirty="0"/>
              <a:t>https://belaytech.com</a:t>
            </a:r>
          </a:p>
          <a:p>
            <a:pPr lvl="1"/>
            <a:r>
              <a:rPr lang="en-US" sz="1000" dirty="0"/>
              <a:t>https://summitrts.com</a:t>
            </a:r>
          </a:p>
          <a:p>
            <a:r>
              <a:rPr lang="en-US" sz="1400" dirty="0"/>
              <a:t>Personal Blog</a:t>
            </a:r>
          </a:p>
          <a:p>
            <a:pPr lvl="1"/>
            <a:r>
              <a:rPr lang="en-US" sz="1000" dirty="0"/>
              <a:t>https://invoke-automation.blog</a:t>
            </a:r>
          </a:p>
          <a:p>
            <a:r>
              <a:rPr lang="en-US" sz="1400" dirty="0"/>
              <a:t>GitHub</a:t>
            </a:r>
          </a:p>
          <a:p>
            <a:pPr lvl="1"/>
            <a:r>
              <a:rPr lang="en-US" sz="1000" dirty="0"/>
              <a:t>https://github.com/jpsider</a:t>
            </a:r>
          </a:p>
          <a:p>
            <a:r>
              <a:rPr lang="en-US" sz="1400" dirty="0"/>
              <a:t>Twitter (X)/Slack</a:t>
            </a:r>
          </a:p>
          <a:p>
            <a:pPr lvl="1"/>
            <a:r>
              <a:rPr lang="en-US" sz="1000" dirty="0"/>
              <a:t>jpsider</a:t>
            </a:r>
          </a:p>
          <a:p>
            <a:r>
              <a:rPr lang="en-US" sz="1400" dirty="0"/>
              <a:t>VMware Community</a:t>
            </a:r>
          </a:p>
          <a:p>
            <a:pPr lvl="1"/>
            <a:r>
              <a:rPr lang="en-US" sz="1000" dirty="0" err="1"/>
              <a:t>vExpert</a:t>
            </a:r>
            <a:r>
              <a:rPr lang="en-US" sz="1000" dirty="0"/>
              <a:t>, VMUG Co-Leader, VMUG BOD (VP)</a:t>
            </a:r>
          </a:p>
          <a:p>
            <a:endParaRPr lang="en-US" sz="105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05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96" y="1242237"/>
            <a:ext cx="1064319" cy="157415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2334" y="3678072"/>
            <a:ext cx="1584563" cy="10243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921" y="3418764"/>
            <a:ext cx="1064861" cy="10413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8240" y="1908153"/>
            <a:ext cx="1479625" cy="14833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Agenda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Loop Types (Creating 5 linked clones with each loop)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For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ForEach</a:t>
            </a:r>
            <a:r>
              <a:rPr lang="en-US" dirty="0" smtClean="0"/>
              <a:t>-Object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ForEach</a:t>
            </a:r>
            <a:endParaRPr lang="en-US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While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Do While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Do Until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Continue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/>
            <a:endParaRPr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259" y="1520524"/>
            <a:ext cx="2118783" cy="21249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47988" y="3645521"/>
            <a:ext cx="2038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Code and deck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57553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For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Standard loop – ideally, you want to know how many times you want to repeat an action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56165" y="1086685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400" dirty="0">
                <a:solidFill>
                  <a:schemeClr val="bg2">
                    <a:lumMod val="50000"/>
                    <a:lumOff val="50000"/>
                  </a:schemeClr>
                </a:solidFill>
              </a:rPr>
              <a:t>For</a:t>
            </a:r>
            <a:r>
              <a:rPr lang="en-US" sz="1400" dirty="0"/>
              <a:t> ($</a:t>
            </a:r>
            <a:r>
              <a:rPr lang="en-US" sz="1400" dirty="0" err="1"/>
              <a:t>i</a:t>
            </a:r>
            <a:r>
              <a:rPr lang="en-US" sz="1400" dirty="0"/>
              <a:t>=0; $</a:t>
            </a:r>
            <a:r>
              <a:rPr lang="en-US" sz="1400" dirty="0" err="1"/>
              <a:t>i</a:t>
            </a:r>
            <a:r>
              <a:rPr lang="en-US" sz="1400" dirty="0"/>
              <a:t> -le 5; $</a:t>
            </a:r>
            <a:r>
              <a:rPr lang="en-US" sz="1400" dirty="0" err="1"/>
              <a:t>i</a:t>
            </a:r>
            <a:r>
              <a:rPr lang="en-US" sz="1400" dirty="0"/>
              <a:t>++) </a:t>
            </a:r>
          </a:p>
          <a:p>
            <a:pPr marL="139700" indent="0">
              <a:buNone/>
            </a:pPr>
            <a:r>
              <a:rPr lang="en-US" sz="1400" dirty="0" smtClean="0"/>
              <a:t>{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# Set the name of the new </a:t>
            </a:r>
            <a:r>
              <a:rPr lang="en-US" sz="1400" dirty="0" err="1" smtClean="0">
                <a:solidFill>
                  <a:schemeClr val="bg1">
                    <a:lumMod val="65000"/>
                  </a:schemeClr>
                </a:solidFill>
              </a:rPr>
              <a:t>vm</a:t>
            </a:r>
            <a:endParaRPr lang="en-US" sz="1400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139700" indent="0">
              <a:buNone/>
            </a:pPr>
            <a:r>
              <a:rPr lang="en-US" sz="1400" dirty="0" smtClean="0"/>
              <a:t>    $</a:t>
            </a:r>
            <a:r>
              <a:rPr lang="en-US" sz="1400" dirty="0" err="1"/>
              <a:t>vmName</a:t>
            </a:r>
            <a:r>
              <a:rPr lang="en-US" sz="1400" dirty="0"/>
              <a:t> = “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test_</a:t>
            </a:r>
            <a:r>
              <a:rPr lang="en-US" sz="1400" dirty="0"/>
              <a:t>” + $</a:t>
            </a:r>
            <a:r>
              <a:rPr lang="en-US" sz="1400" dirty="0" err="1" smtClean="0"/>
              <a:t>i</a:t>
            </a:r>
            <a:endParaRPr lang="en-US" sz="1400" dirty="0"/>
          </a:p>
          <a:p>
            <a:pPr marL="139700" indent="0">
              <a:buNone/>
            </a:pP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# Splat the parameters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n-US" sz="14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4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4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sz="1400" dirty="0" smtClean="0">
                <a:solidFill>
                  <a:schemeClr val="tx1"/>
                </a:solidFill>
              </a:rPr>
              <a:t>Name = </a:t>
            </a:r>
            <a:r>
              <a:rPr lang="en-US" sz="14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4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400" dirty="0" smtClean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    </a:t>
            </a:r>
            <a:r>
              <a:rPr lang="en-US" sz="1400" dirty="0" smtClean="0">
                <a:solidFill>
                  <a:schemeClr val="tx1"/>
                </a:solidFill>
              </a:rPr>
              <a:t>VM = “base”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       </a:t>
            </a:r>
            <a:r>
              <a:rPr lang="en-US" sz="1400" dirty="0" err="1" smtClean="0">
                <a:solidFill>
                  <a:schemeClr val="tx1"/>
                </a:solidFill>
              </a:rPr>
              <a:t>Datastore</a:t>
            </a:r>
            <a:r>
              <a:rPr lang="en-US" sz="1400" dirty="0" smtClean="0">
                <a:solidFill>
                  <a:schemeClr val="tx1"/>
                </a:solidFill>
              </a:rPr>
              <a:t> = “</a:t>
            </a:r>
            <a:r>
              <a:rPr lang="en-US" sz="1400" dirty="0" err="1" smtClean="0">
                <a:solidFill>
                  <a:schemeClr val="tx1"/>
                </a:solidFill>
              </a:rPr>
              <a:t>vSan</a:t>
            </a:r>
            <a:r>
              <a:rPr lang="en-US" sz="1400" dirty="0" smtClean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       </a:t>
            </a:r>
            <a:r>
              <a:rPr lang="en-US" sz="1400" dirty="0" err="1" smtClean="0">
                <a:solidFill>
                  <a:schemeClr val="tx1"/>
                </a:solidFill>
              </a:rPr>
              <a:t>LinkedClone</a:t>
            </a:r>
            <a:r>
              <a:rPr lang="en-US" sz="1400" dirty="0" smtClean="0">
                <a:solidFill>
                  <a:schemeClr val="tx1"/>
                </a:solidFill>
              </a:rPr>
              <a:t> = </a:t>
            </a:r>
            <a:r>
              <a:rPr lang="en-US" sz="14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    </a:t>
            </a:r>
            <a:r>
              <a:rPr lang="en-US" sz="1400" dirty="0" err="1" smtClean="0">
                <a:solidFill>
                  <a:schemeClr val="tx1"/>
                </a:solidFill>
              </a:rPr>
              <a:t>ReferenceSnapShot</a:t>
            </a:r>
            <a:r>
              <a:rPr lang="en-US" sz="1400" dirty="0" smtClean="0">
                <a:solidFill>
                  <a:schemeClr val="tx1"/>
                </a:solidFill>
              </a:rPr>
              <a:t> = “base”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       </a:t>
            </a:r>
            <a:r>
              <a:rPr lang="en-US" sz="1400" dirty="0" err="1" smtClean="0">
                <a:solidFill>
                  <a:schemeClr val="tx1"/>
                </a:solidFill>
              </a:rPr>
              <a:t>VMHost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= </a:t>
            </a:r>
            <a:r>
              <a:rPr lang="en-US" sz="14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4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400" dirty="0" smtClean="0">
                <a:solidFill>
                  <a:schemeClr val="tx1"/>
                </a:solidFill>
              </a:rPr>
              <a:t>}</a:t>
            </a:r>
          </a:p>
          <a:p>
            <a:pPr marL="139700" indent="0">
              <a:buNone/>
            </a:pP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 # 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Create the new </a:t>
            </a:r>
            <a:r>
              <a:rPr lang="en-US" sz="1400" dirty="0" err="1" smtClean="0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as a linked clone</a:t>
            </a:r>
            <a:endParaRPr lang="en-US" sz="14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400" dirty="0" smtClean="0"/>
              <a:t>    </a:t>
            </a:r>
            <a:r>
              <a:rPr lang="en-US" sz="1400" dirty="0" smtClean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400" dirty="0" smtClean="0">
                <a:solidFill>
                  <a:schemeClr val="tx1"/>
                </a:solidFill>
              </a:rPr>
              <a:t>@</a:t>
            </a:r>
            <a:r>
              <a:rPr lang="en-US" sz="1400" dirty="0" err="1" smtClean="0">
                <a:solidFill>
                  <a:schemeClr val="tx1"/>
                </a:solidFill>
              </a:rPr>
              <a:t>Params</a:t>
            </a:r>
            <a:endParaRPr lang="en-US" sz="1400" dirty="0" smtClean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259" y="1520524"/>
            <a:ext cx="2118783" cy="2124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47988" y="3645521"/>
            <a:ext cx="2038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Code and deck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13291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err="1" smtClean="0"/>
              <a:t>ForEach</a:t>
            </a:r>
            <a:r>
              <a:rPr lang="en-US" dirty="0" smtClean="0"/>
              <a:t>-Object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Iterates through each object in the Pipeline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200" dirty="0"/>
              <a:t>1..5 | </a:t>
            </a:r>
            <a:r>
              <a:rPr lang="en-US" sz="1200" dirty="0" err="1" smtClean="0">
                <a:solidFill>
                  <a:schemeClr val="accent6">
                    <a:lumMod val="50000"/>
                  </a:schemeClr>
                </a:solidFill>
              </a:rPr>
              <a:t>ForEach</a:t>
            </a:r>
            <a:r>
              <a:rPr lang="en-US" sz="1200" dirty="0" smtClean="0">
                <a:solidFill>
                  <a:schemeClr val="accent6">
                    <a:lumMod val="50000"/>
                  </a:schemeClr>
                </a:solidFill>
              </a:rPr>
              <a:t>-Object </a:t>
            </a:r>
            <a:r>
              <a:rPr lang="en-US" sz="1200" dirty="0" smtClean="0"/>
              <a:t>{ 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# Note, this curly has to be on the same line as the </a:t>
            </a:r>
            <a:r>
              <a:rPr lang="en-US" sz="1200" dirty="0" err="1" smtClean="0">
                <a:solidFill>
                  <a:schemeClr val="bg1">
                    <a:lumMod val="65000"/>
                  </a:schemeClr>
                </a:solidFill>
              </a:rPr>
              <a:t>ForEach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-Object</a:t>
            </a:r>
            <a:endParaRPr lang="en-US" sz="1200" dirty="0">
              <a:solidFill>
                <a:schemeClr val="bg1">
                  <a:lumMod val="65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 smtClean="0"/>
              <a:t>    $</a:t>
            </a:r>
            <a:r>
              <a:rPr lang="en-US" sz="1200" dirty="0"/>
              <a:t>Number = </a:t>
            </a:r>
            <a:r>
              <a:rPr lang="en-US" sz="12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$_</a:t>
            </a:r>
          </a:p>
          <a:p>
            <a:pPr marL="139700" indent="0">
              <a:buNone/>
            </a:pP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# Set the name of the new </a:t>
            </a:r>
            <a:r>
              <a:rPr lang="en-US" sz="12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 smtClean="0"/>
              <a:t>    $</a:t>
            </a:r>
            <a:r>
              <a:rPr lang="en-US" sz="1200" dirty="0" err="1"/>
              <a:t>vmName</a:t>
            </a:r>
            <a:r>
              <a:rPr lang="en-US" sz="1200" dirty="0"/>
              <a:t> = “test_” +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</a:t>
            </a:r>
            <a:r>
              <a:rPr lang="en-US" sz="1200" dirty="0"/>
              <a:t>    </a:t>
            </a:r>
            <a:endParaRPr lang="en-US" sz="1200" dirty="0" smtClean="0"/>
          </a:p>
          <a:p>
            <a:pPr marL="139700" indent="0">
              <a:buNone/>
            </a:pP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# Splat the parameters</a:t>
            </a:r>
            <a:endParaRPr lang="en-US" sz="1200" dirty="0"/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n-US" sz="12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sz="1200" dirty="0">
                <a:solidFill>
                  <a:schemeClr val="tx1"/>
                </a:solidFill>
              </a:rPr>
              <a:t>Name 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sz="1200" dirty="0">
                <a:solidFill>
                  <a:schemeClr val="tx1"/>
                </a:solidFill>
              </a:rPr>
              <a:t>VM = “base”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        </a:t>
            </a:r>
            <a:r>
              <a:rPr lang="en-US" sz="1200" dirty="0" err="1">
                <a:solidFill>
                  <a:schemeClr val="tx1"/>
                </a:solidFill>
              </a:rPr>
              <a:t>Datastore</a:t>
            </a:r>
            <a:r>
              <a:rPr lang="en-US" sz="1200" dirty="0">
                <a:solidFill>
                  <a:schemeClr val="tx1"/>
                </a:solidFill>
              </a:rPr>
              <a:t> = “</a:t>
            </a:r>
            <a:r>
              <a:rPr lang="en-US" sz="1200" dirty="0" err="1">
                <a:solidFill>
                  <a:schemeClr val="tx1"/>
                </a:solidFill>
              </a:rPr>
              <a:t>vSan</a:t>
            </a:r>
            <a:r>
              <a:rPr lang="en-US" sz="1200" dirty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        </a:t>
            </a:r>
            <a:r>
              <a:rPr lang="en-US" sz="1200" dirty="0" err="1">
                <a:solidFill>
                  <a:schemeClr val="tx1"/>
                </a:solidFill>
              </a:rPr>
              <a:t>LinkedClone</a:t>
            </a:r>
            <a:r>
              <a:rPr lang="en-US" sz="1200" dirty="0">
                <a:solidFill>
                  <a:schemeClr val="tx1"/>
                </a:solidFill>
              </a:rPr>
              <a:t> 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sz="1200" dirty="0" err="1">
                <a:solidFill>
                  <a:schemeClr val="tx1"/>
                </a:solidFill>
              </a:rPr>
              <a:t>ReferenceSnapShot</a:t>
            </a:r>
            <a:r>
              <a:rPr lang="en-US" sz="1200" dirty="0">
                <a:solidFill>
                  <a:schemeClr val="tx1"/>
                </a:solidFill>
              </a:rPr>
              <a:t> = “base”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        </a:t>
            </a:r>
            <a:r>
              <a:rPr lang="en-US" sz="1200" dirty="0" err="1">
                <a:solidFill>
                  <a:schemeClr val="tx1"/>
                </a:solidFill>
              </a:rPr>
              <a:t>VMHost</a:t>
            </a:r>
            <a:r>
              <a:rPr lang="en-US" sz="1200" dirty="0">
                <a:solidFill>
                  <a:schemeClr val="tx1"/>
                </a:solidFill>
              </a:rPr>
              <a:t> 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200" dirty="0">
                <a:solidFill>
                  <a:schemeClr val="tx1"/>
                </a:solidFill>
              </a:rPr>
              <a:t>}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# Create the new </a:t>
            </a:r>
            <a:r>
              <a:rPr lang="en-US" sz="12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as a linked clone</a:t>
            </a:r>
            <a:endParaRPr lang="en-US" sz="12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200" dirty="0"/>
              <a:t>    </a:t>
            </a:r>
            <a:r>
              <a:rPr lang="en-US" sz="1200" dirty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 smtClean="0">
                <a:solidFill>
                  <a:schemeClr val="tx1"/>
                </a:solidFill>
              </a:rPr>
              <a:t>Params</a:t>
            </a:r>
            <a:endParaRPr lang="en-US" sz="1200" dirty="0" smtClean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200" dirty="0" smtClean="0"/>
              <a:t>}</a:t>
            </a:r>
            <a:endParaRPr lang="en-US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259" y="1520524"/>
            <a:ext cx="2118783" cy="2124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47988" y="3645521"/>
            <a:ext cx="2038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Code and deck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4300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err="1" smtClean="0"/>
              <a:t>Foreach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Iterates through each item in a collection (arrays, lists)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2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NumberList</a:t>
            </a:r>
            <a:r>
              <a:rPr lang="en-US" sz="12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200" dirty="0"/>
              <a:t>= 1..5</a:t>
            </a:r>
          </a:p>
          <a:p>
            <a:pPr marL="139700" indent="0">
              <a:buNone/>
            </a:pPr>
            <a:r>
              <a:rPr lang="en-US" sz="1200" dirty="0" err="1" smtClean="0">
                <a:solidFill>
                  <a:schemeClr val="accent6">
                    <a:lumMod val="50000"/>
                  </a:schemeClr>
                </a:solidFill>
              </a:rPr>
              <a:t>foreach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 </a:t>
            </a:r>
            <a:r>
              <a:rPr lang="en-US" sz="1200" dirty="0"/>
              <a:t>in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NumberList</a:t>
            </a:r>
            <a:r>
              <a:rPr lang="en-US" sz="1200" dirty="0"/>
              <a:t>)</a:t>
            </a:r>
          </a:p>
          <a:p>
            <a:pPr marL="139700" indent="0">
              <a:buNone/>
            </a:pPr>
            <a:r>
              <a:rPr lang="en-US" sz="1200" dirty="0"/>
              <a:t>{</a:t>
            </a:r>
          </a:p>
          <a:p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# 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Set the name of the new </a:t>
            </a:r>
            <a:r>
              <a:rPr lang="en-US" sz="12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endParaRPr lang="en-US" sz="1200" dirty="0" smtClean="0"/>
          </a:p>
          <a:p>
            <a:r>
              <a:rPr lang="en-US" sz="1200" dirty="0" smtClean="0"/>
              <a:t>$</a:t>
            </a:r>
            <a:r>
              <a:rPr lang="en-US" sz="1200" dirty="0" err="1"/>
              <a:t>vmName</a:t>
            </a:r>
            <a:r>
              <a:rPr lang="en-US" sz="1200" dirty="0"/>
              <a:t> = “test_” +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</a:t>
            </a:r>
            <a:r>
              <a:rPr lang="en-US" sz="1200" dirty="0"/>
              <a:t>    </a:t>
            </a:r>
            <a:endParaRPr lang="en-US" sz="1200" dirty="0" smtClean="0"/>
          </a:p>
          <a:p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# 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Splat the parameters</a:t>
            </a:r>
            <a:endParaRPr lang="en-US" sz="1200" dirty="0" smtClean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sz="12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n-US" sz="1200" dirty="0" smtClean="0">
                <a:solidFill>
                  <a:schemeClr val="tx1"/>
                </a:solidFill>
              </a:rPr>
              <a:t>Name </a:t>
            </a:r>
            <a:r>
              <a:rPr lang="en-US" sz="1200" dirty="0">
                <a:solidFill>
                  <a:schemeClr val="tx1"/>
                </a:solidFill>
              </a:rPr>
              <a:t>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200" dirty="0" smtClean="0">
                <a:solidFill>
                  <a:schemeClr val="tx1"/>
                </a:solidFill>
              </a:rPr>
              <a:t>VM </a:t>
            </a:r>
            <a:r>
              <a:rPr lang="en-US" sz="1200" dirty="0">
                <a:solidFill>
                  <a:schemeClr val="tx1"/>
                </a:solidFill>
              </a:rPr>
              <a:t>= “base”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smtClean="0">
                <a:solidFill>
                  <a:schemeClr val="tx1"/>
                </a:solidFill>
              </a:rPr>
              <a:t>     </a:t>
            </a:r>
            <a:r>
              <a:rPr lang="en-US" sz="1200" dirty="0" err="1" smtClean="0">
                <a:solidFill>
                  <a:schemeClr val="tx1"/>
                </a:solidFill>
              </a:rPr>
              <a:t>Datastore</a:t>
            </a:r>
            <a:r>
              <a:rPr lang="en-US" sz="1200" dirty="0" smtClean="0">
                <a:solidFill>
                  <a:schemeClr val="tx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“</a:t>
            </a:r>
            <a:r>
              <a:rPr lang="en-US" sz="1200" dirty="0" err="1">
                <a:solidFill>
                  <a:schemeClr val="tx1"/>
                </a:solidFill>
              </a:rPr>
              <a:t>vSan</a:t>
            </a:r>
            <a:r>
              <a:rPr lang="en-US" sz="1200" dirty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200" dirty="0" smtClean="0">
                <a:solidFill>
                  <a:schemeClr val="tx1"/>
                </a:solidFill>
              </a:rPr>
              <a:t>           </a:t>
            </a:r>
            <a:r>
              <a:rPr lang="en-US" sz="1200" dirty="0" err="1" smtClean="0">
                <a:solidFill>
                  <a:schemeClr val="tx1"/>
                </a:solidFill>
              </a:rPr>
              <a:t>LinkedClone</a:t>
            </a:r>
            <a:r>
              <a:rPr lang="en-US" sz="1200" dirty="0" smtClean="0">
                <a:solidFill>
                  <a:schemeClr val="tx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 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  </a:t>
            </a:r>
            <a:r>
              <a:rPr lang="en-US" sz="1200" dirty="0" err="1" smtClean="0">
                <a:solidFill>
                  <a:schemeClr val="tx1"/>
                </a:solidFill>
              </a:rPr>
              <a:t>ReferenceSnapShot</a:t>
            </a:r>
            <a:r>
              <a:rPr lang="en-US" sz="1200" dirty="0" smtClean="0">
                <a:solidFill>
                  <a:schemeClr val="tx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“base”</a:t>
            </a:r>
          </a:p>
          <a:p>
            <a:pPr marL="139700" indent="0">
              <a:buNone/>
            </a:pPr>
            <a:r>
              <a:rPr lang="en-US" sz="1200" dirty="0" smtClean="0">
                <a:solidFill>
                  <a:schemeClr val="tx1"/>
                </a:solidFill>
              </a:rPr>
              <a:t>           </a:t>
            </a:r>
            <a:r>
              <a:rPr lang="en-US" sz="1200" dirty="0" err="1" smtClean="0">
                <a:solidFill>
                  <a:schemeClr val="tx1"/>
                </a:solidFill>
              </a:rPr>
              <a:t>VMHost</a:t>
            </a:r>
            <a:r>
              <a:rPr lang="en-US" sz="1200" dirty="0" smtClean="0">
                <a:solidFill>
                  <a:schemeClr val="tx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n-US" sz="1200" dirty="0" smtClean="0">
                <a:solidFill>
                  <a:schemeClr val="tx1"/>
                </a:solidFill>
              </a:rPr>
              <a:t>}</a:t>
            </a:r>
            <a:endParaRPr lang="en-US" sz="12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# 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Create the new </a:t>
            </a:r>
            <a:r>
              <a:rPr lang="en-US" sz="12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as a linked clone</a:t>
            </a:r>
            <a:endParaRPr lang="en-US" sz="12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200" dirty="0"/>
              <a:t>    </a:t>
            </a:r>
            <a:r>
              <a:rPr lang="en-US" sz="1200" dirty="0" smtClean="0"/>
              <a:t>   </a:t>
            </a:r>
            <a:r>
              <a:rPr lang="en-US" sz="1200" dirty="0" smtClean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 smtClean="0">
                <a:solidFill>
                  <a:schemeClr val="tx1"/>
                </a:solidFill>
              </a:rPr>
              <a:t>Params</a:t>
            </a:r>
            <a:endParaRPr lang="en-US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dirty="0" smtClean="0"/>
              <a:t>   }</a:t>
            </a:r>
            <a:endParaRPr sz="12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259" y="1520524"/>
            <a:ext cx="2118783" cy="2124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47988" y="3645521"/>
            <a:ext cx="2038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Code and deck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533908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While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Iterates through a loop while a condition is true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934423"/>
            <a:ext cx="8231700" cy="369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5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0</a:t>
            </a:r>
          </a:p>
          <a:p>
            <a:pPr marL="139700" indent="0">
              <a:buNone/>
            </a:pPr>
            <a:endParaRPr lang="en-US" sz="1000" dirty="0"/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# Will only run the code inside the loop if this statement is true.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6">
                    <a:lumMod val="50000"/>
                  </a:schemeClr>
                </a:solidFill>
              </a:rPr>
              <a:t>While</a:t>
            </a:r>
            <a:r>
              <a:rPr lang="en-US" sz="1000" dirty="0"/>
              <a:t> </a:t>
            </a:r>
            <a:r>
              <a:rPr lang="en-US" sz="1000" dirty="0">
                <a:solidFill>
                  <a:schemeClr val="tx1"/>
                </a:solidFill>
              </a:rPr>
              <a:t>(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-</a:t>
            </a:r>
            <a:r>
              <a:rPr lang="en-US" sz="1000" dirty="0" err="1"/>
              <a:t>lt</a:t>
            </a:r>
            <a:r>
              <a:rPr lang="en-US" sz="1000" dirty="0"/>
              <a:t>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/>
              <a:t>)</a:t>
            </a:r>
          </a:p>
          <a:p>
            <a:pPr marL="139700" indent="0">
              <a:buNone/>
            </a:pPr>
            <a:r>
              <a:rPr lang="en-US" sz="1000" dirty="0"/>
              <a:t>{</a:t>
            </a:r>
          </a:p>
          <a:p>
            <a:pPr marL="139700" indent="0">
              <a:buNone/>
            </a:pPr>
            <a:r>
              <a:rPr lang="en-US" sz="1000" dirty="0"/>
              <a:t> </a:t>
            </a:r>
            <a:r>
              <a:rPr lang="en-US" sz="1000" dirty="0" smtClean="0"/>
              <a:t>   </a:t>
            </a:r>
            <a:r>
              <a:rPr lang="en-US" sz="10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r>
              <a:rPr lang="en-US" sz="1000" dirty="0"/>
              <a:t> = “test_” +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 smtClean="0">
                <a:solidFill>
                  <a:schemeClr val="bg1">
                    <a:lumMod val="65000"/>
                  </a:schemeClr>
                </a:solidFill>
              </a:rPr>
              <a:t>    # 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Splat the parameters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Name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VM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Datastore</a:t>
            </a:r>
            <a:r>
              <a:rPr lang="en-US" sz="1000" dirty="0">
                <a:solidFill>
                  <a:schemeClr val="tx1"/>
                </a:solidFill>
              </a:rPr>
              <a:t> = “</a:t>
            </a:r>
            <a:r>
              <a:rPr lang="en-US" sz="1000" dirty="0" err="1">
                <a:solidFill>
                  <a:schemeClr val="tx1"/>
                </a:solidFill>
              </a:rPr>
              <a:t>vSan</a:t>
            </a:r>
            <a:r>
              <a:rPr lang="en-US" sz="1000" dirty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LinkedClone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ReferenceSnapShot</a:t>
            </a:r>
            <a:r>
              <a:rPr lang="en-US" sz="1000" dirty="0">
                <a:solidFill>
                  <a:schemeClr val="tx1"/>
                </a:solidFill>
              </a:rPr>
              <a:t>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VMHost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000" dirty="0" smtClean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  </a:t>
            </a:r>
            <a:r>
              <a:rPr lang="en-US" sz="1000" dirty="0" smtClean="0">
                <a:solidFill>
                  <a:schemeClr val="tx1"/>
                </a:solidFill>
              </a:rPr>
              <a:t>}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smtClean="0">
                <a:solidFill>
                  <a:schemeClr val="tx1"/>
                </a:solidFill>
              </a:rPr>
              <a:t>   </a:t>
            </a:r>
            <a:r>
              <a:rPr lang="en-US" sz="1000" dirty="0" smtClean="0">
                <a:solidFill>
                  <a:schemeClr val="bg1">
                    <a:lumMod val="65000"/>
                  </a:schemeClr>
                </a:solidFill>
              </a:rPr>
              <a:t># 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Create the new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as a linked clone</a:t>
            </a:r>
            <a:endParaRPr lang="en-US" sz="10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000" dirty="0"/>
              <a:t>    </a:t>
            </a:r>
            <a:r>
              <a:rPr lang="en-US" sz="1000" dirty="0" smtClean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000" dirty="0">
                <a:solidFill>
                  <a:schemeClr val="tx1"/>
                </a:solidFill>
              </a:rPr>
              <a:t>@</a:t>
            </a:r>
            <a:r>
              <a:rPr lang="en-US" sz="1000" dirty="0" err="1">
                <a:solidFill>
                  <a:schemeClr val="tx1"/>
                </a:solidFill>
              </a:rPr>
              <a:t>Params</a:t>
            </a:r>
            <a:endParaRPr lang="en-US" sz="1000" dirty="0"/>
          </a:p>
          <a:p>
            <a:pPr marL="139700" indent="0">
              <a:buNone/>
            </a:pPr>
            <a:endParaRPr lang="en-US" sz="1000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 smtClean="0">
                <a:solidFill>
                  <a:schemeClr val="bg1">
                    <a:lumMod val="65000"/>
                  </a:schemeClr>
                </a:solidFill>
              </a:rPr>
              <a:t>    # 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Increase the count (Or you will create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vm's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FOREVER!)</a:t>
            </a:r>
          </a:p>
          <a:p>
            <a:pPr marL="139700" indent="0">
              <a:buNone/>
            </a:pPr>
            <a:r>
              <a:rPr lang="en-US" sz="10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/>
              <a:t>++</a:t>
            </a:r>
          </a:p>
          <a:p>
            <a:pPr marL="139700" indent="0">
              <a:buNone/>
            </a:pPr>
            <a:r>
              <a:rPr lang="en-US" sz="1000" dirty="0"/>
              <a:t>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259" y="1520524"/>
            <a:ext cx="2118783" cy="2124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47988" y="3645521"/>
            <a:ext cx="2038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Code and deck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53497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Do While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Executes the code block first, then checks the condition. This will run at least one time.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5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0</a:t>
            </a:r>
          </a:p>
          <a:p>
            <a:pPr marL="139700" indent="0">
              <a:buNone/>
            </a:pPr>
            <a:endParaRPr lang="en-US" sz="1000" dirty="0"/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# Will always run the first time!</a:t>
            </a:r>
          </a:p>
          <a:p>
            <a:pPr marL="139700" indent="0">
              <a:buNone/>
            </a:pPr>
            <a:r>
              <a:rPr lang="en-US" sz="1000" dirty="0" smtClean="0"/>
              <a:t>Do</a:t>
            </a:r>
          </a:p>
          <a:p>
            <a:pPr marL="139700" indent="0">
              <a:buNone/>
            </a:pPr>
            <a:r>
              <a:rPr lang="en-US" sz="1000" dirty="0" smtClean="0"/>
              <a:t>{</a:t>
            </a:r>
            <a:endParaRPr lang="en-US" sz="1000" dirty="0"/>
          </a:p>
          <a:p>
            <a:pPr marL="139700" indent="0">
              <a:buNone/>
            </a:pPr>
            <a:r>
              <a:rPr lang="en-US" sz="1000" dirty="0"/>
              <a:t>   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r>
              <a:rPr lang="en-US" sz="1000" dirty="0"/>
              <a:t> = “test_” +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# Splat the parameters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Name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VM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Datastore</a:t>
            </a:r>
            <a:r>
              <a:rPr lang="en-US" sz="1000" dirty="0">
                <a:solidFill>
                  <a:schemeClr val="tx1"/>
                </a:solidFill>
              </a:rPr>
              <a:t> = “</a:t>
            </a:r>
            <a:r>
              <a:rPr lang="en-US" sz="1000" dirty="0" err="1">
                <a:solidFill>
                  <a:schemeClr val="tx1"/>
                </a:solidFill>
              </a:rPr>
              <a:t>vSan</a:t>
            </a:r>
            <a:r>
              <a:rPr lang="en-US" sz="1000" dirty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LinkedClone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ReferenceSnapShot</a:t>
            </a:r>
            <a:r>
              <a:rPr lang="en-US" sz="1000" dirty="0">
                <a:solidFill>
                  <a:schemeClr val="tx1"/>
                </a:solidFill>
              </a:rPr>
              <a:t>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VMHost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</a:t>
            </a:r>
            <a:r>
              <a:rPr lang="en-US" sz="1000" dirty="0">
                <a:solidFill>
                  <a:schemeClr val="tx1"/>
                </a:solidFill>
              </a:rPr>
              <a:t>}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# Create the new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as a linked clone</a:t>
            </a:r>
            <a:endParaRPr lang="en-US" sz="10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000" dirty="0"/>
              <a:t>    </a:t>
            </a:r>
            <a:r>
              <a:rPr lang="en-US" sz="1000" dirty="0" smtClean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000" dirty="0">
                <a:solidFill>
                  <a:schemeClr val="tx1"/>
                </a:solidFill>
              </a:rPr>
              <a:t>@</a:t>
            </a:r>
            <a:r>
              <a:rPr lang="en-US" sz="1000" dirty="0" err="1">
                <a:solidFill>
                  <a:schemeClr val="tx1"/>
                </a:solidFill>
              </a:rPr>
              <a:t>Params</a:t>
            </a:r>
            <a:endParaRPr lang="en-US" sz="1000" dirty="0"/>
          </a:p>
          <a:p>
            <a:pPr marL="139700" indent="0">
              <a:buNone/>
            </a:pPr>
            <a:endParaRPr lang="en-US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# Increase the count (Or you will create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vm's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FOREVER!)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/>
              <a:t>++</a:t>
            </a:r>
          </a:p>
          <a:p>
            <a:pPr marL="139700" indent="0">
              <a:buNone/>
            </a:pPr>
            <a:r>
              <a:rPr lang="en-US" sz="1000" dirty="0" smtClean="0"/>
              <a:t>} </a:t>
            </a:r>
            <a:r>
              <a:rPr lang="en-US" sz="1000" dirty="0">
                <a:solidFill>
                  <a:schemeClr val="accent6">
                    <a:lumMod val="50000"/>
                  </a:schemeClr>
                </a:solidFill>
              </a:rPr>
              <a:t>While</a:t>
            </a:r>
            <a:r>
              <a:rPr lang="en-US" sz="1000" dirty="0"/>
              <a:t> </a:t>
            </a:r>
            <a:r>
              <a:rPr lang="en-US" sz="1000" dirty="0">
                <a:solidFill>
                  <a:schemeClr val="tx1"/>
                </a:solidFill>
              </a:rPr>
              <a:t>(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-</a:t>
            </a:r>
            <a:r>
              <a:rPr lang="en-US" sz="1000" dirty="0" err="1"/>
              <a:t>lt</a:t>
            </a:r>
            <a:r>
              <a:rPr lang="en-US" sz="1000" dirty="0"/>
              <a:t>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 smtClean="0"/>
              <a:t>)</a:t>
            </a:r>
            <a:endParaRPr lang="en-US" sz="1000" dirty="0"/>
          </a:p>
          <a:p>
            <a:endParaRPr lang="en-US" sz="1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259" y="1520524"/>
            <a:ext cx="2118783" cy="2124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47988" y="3645521"/>
            <a:ext cx="2038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Code and deck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610714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Do Until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Iterates a block of code until a condition becomes true. Condition is checked after execution.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5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0</a:t>
            </a:r>
          </a:p>
          <a:p>
            <a:pPr marL="139700" indent="0">
              <a:buNone/>
            </a:pPr>
            <a:endParaRPr lang="en-US" sz="1000" dirty="0"/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# Will always run the first time!</a:t>
            </a:r>
          </a:p>
          <a:p>
            <a:pPr marL="139700" indent="0">
              <a:buNone/>
            </a:pPr>
            <a:r>
              <a:rPr lang="en-US" sz="1000" dirty="0"/>
              <a:t>Do</a:t>
            </a:r>
          </a:p>
          <a:p>
            <a:pPr marL="139700" indent="0">
              <a:buNone/>
            </a:pPr>
            <a:r>
              <a:rPr lang="en-US" sz="1000" dirty="0"/>
              <a:t>{</a:t>
            </a:r>
          </a:p>
          <a:p>
            <a:pPr marL="139700" indent="0">
              <a:buNone/>
            </a:pPr>
            <a:r>
              <a:rPr lang="en-US" sz="1000" dirty="0"/>
              <a:t>   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r>
              <a:rPr lang="en-US" sz="1000" dirty="0"/>
              <a:t> = “test_” +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# Splat the parameters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Name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VM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Datastore</a:t>
            </a:r>
            <a:r>
              <a:rPr lang="en-US" sz="1000" dirty="0">
                <a:solidFill>
                  <a:schemeClr val="tx1"/>
                </a:solidFill>
              </a:rPr>
              <a:t> = “</a:t>
            </a:r>
            <a:r>
              <a:rPr lang="en-US" sz="1000" dirty="0" err="1">
                <a:solidFill>
                  <a:schemeClr val="tx1"/>
                </a:solidFill>
              </a:rPr>
              <a:t>vSan</a:t>
            </a:r>
            <a:r>
              <a:rPr lang="en-US" sz="1000" dirty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LinkedClone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ReferenceSnapShot</a:t>
            </a:r>
            <a:r>
              <a:rPr lang="en-US" sz="1000" dirty="0">
                <a:solidFill>
                  <a:schemeClr val="tx1"/>
                </a:solidFill>
              </a:rPr>
              <a:t>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VMHost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</a:t>
            </a:r>
            <a:r>
              <a:rPr lang="en-US" sz="1000" dirty="0">
                <a:solidFill>
                  <a:schemeClr val="tx1"/>
                </a:solidFill>
              </a:rPr>
              <a:t>}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# Create the new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as a linked clone</a:t>
            </a:r>
            <a:endParaRPr lang="en-US" sz="10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000" dirty="0"/>
              <a:t>    </a:t>
            </a:r>
            <a:r>
              <a:rPr lang="en-US" sz="1000" dirty="0" smtClean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000" dirty="0">
                <a:solidFill>
                  <a:schemeClr val="tx1"/>
                </a:solidFill>
              </a:rPr>
              <a:t>@</a:t>
            </a:r>
            <a:r>
              <a:rPr lang="en-US" sz="1000" dirty="0" err="1">
                <a:solidFill>
                  <a:schemeClr val="tx1"/>
                </a:solidFill>
              </a:rPr>
              <a:t>Params</a:t>
            </a:r>
            <a:endParaRPr lang="en-US" sz="1000" dirty="0"/>
          </a:p>
          <a:p>
            <a:pPr marL="139700" indent="0">
              <a:buNone/>
            </a:pPr>
            <a:endParaRPr lang="en-US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# Increase the count (Or you will create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vm's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FOREVER!)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/>
              <a:t>++</a:t>
            </a:r>
          </a:p>
          <a:p>
            <a:pPr marL="139700" indent="0">
              <a:buNone/>
            </a:pPr>
            <a:r>
              <a:rPr lang="en-US" sz="1000" dirty="0"/>
              <a:t>} </a:t>
            </a:r>
            <a:r>
              <a:rPr lang="en-US" sz="1000" dirty="0" smtClean="0">
                <a:solidFill>
                  <a:schemeClr val="accent6">
                    <a:lumMod val="50000"/>
                  </a:schemeClr>
                </a:solidFill>
              </a:rPr>
              <a:t>Until</a:t>
            </a:r>
            <a:r>
              <a:rPr lang="en-US" sz="1000" dirty="0" smtClean="0"/>
              <a:t> </a:t>
            </a:r>
            <a:r>
              <a:rPr lang="en-US" sz="1000" dirty="0">
                <a:solidFill>
                  <a:schemeClr val="tx1"/>
                </a:solidFill>
              </a:rPr>
              <a:t>(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 smtClean="0"/>
              <a:t>-</a:t>
            </a:r>
            <a:r>
              <a:rPr lang="en-US" sz="1000" smtClean="0"/>
              <a:t>ge</a:t>
            </a:r>
            <a:r>
              <a:rPr lang="en-US" sz="1000" smtClean="0"/>
              <a:t>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/>
              <a:t>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259" y="1520524"/>
            <a:ext cx="2118783" cy="2124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47988" y="3645521"/>
            <a:ext cx="2038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Code and deck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45390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Break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Exits the current iteration immediately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$numbers </a:t>
            </a:r>
            <a:r>
              <a:rPr lang="en-US" dirty="0"/>
              <a:t>= 1..</a:t>
            </a:r>
            <a:r>
              <a:rPr lang="en-US" dirty="0" smtClean="0"/>
              <a:t>50</a:t>
            </a:r>
            <a:endParaRPr lang="en-US" dirty="0"/>
          </a:p>
          <a:p>
            <a:pPr marL="139700" indent="0">
              <a:buNone/>
            </a:pPr>
            <a:r>
              <a:rPr lang="en-US" dirty="0" err="1">
                <a:solidFill>
                  <a:schemeClr val="accent6">
                    <a:lumMod val="50000"/>
                  </a:schemeClr>
                </a:solidFill>
              </a:rPr>
              <a:t>foreach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($</a:t>
            </a:r>
            <a:r>
              <a:rPr lang="en-US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/>
              <a:t>in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$numbers</a:t>
            </a:r>
            <a:r>
              <a:rPr lang="en-US" dirty="0"/>
              <a:t>) </a:t>
            </a:r>
            <a:r>
              <a:rPr lang="en-US" dirty="0" smtClean="0"/>
              <a:t>{</a:t>
            </a:r>
            <a:endParaRPr lang="en-US" dirty="0"/>
          </a:p>
          <a:p>
            <a:pPr marL="139700" indent="0">
              <a:buNone/>
            </a:pPr>
            <a:r>
              <a:rPr lang="en-US" dirty="0" smtClean="0"/>
              <a:t>   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if</a:t>
            </a:r>
            <a:r>
              <a:rPr lang="en-US" dirty="0" smtClean="0"/>
              <a:t> </a:t>
            </a:r>
            <a:r>
              <a:rPr lang="en-US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($</a:t>
            </a:r>
            <a:r>
              <a:rPr lang="en-US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 smtClean="0"/>
              <a:t> –</a:t>
            </a:r>
            <a:r>
              <a:rPr lang="en-US" dirty="0" err="1" smtClean="0"/>
              <a:t>gt</a:t>
            </a:r>
            <a:r>
              <a:rPr lang="en-US" dirty="0" smtClean="0"/>
              <a:t> 5)</a:t>
            </a:r>
          </a:p>
          <a:p>
            <a:pPr marL="139700" indent="0">
              <a:buNone/>
            </a:pPr>
            <a:r>
              <a:rPr lang="en-US" dirty="0" smtClean="0"/>
              <a:t>    {</a:t>
            </a:r>
          </a:p>
          <a:p>
            <a:pPr marL="139700" indent="0">
              <a:buNone/>
            </a:pPr>
            <a:r>
              <a:rPr lang="en-US" dirty="0" smtClean="0"/>
              <a:t>        # Break out of the loop</a:t>
            </a:r>
          </a:p>
          <a:p>
            <a:r>
              <a:rPr lang="en-US" dirty="0"/>
              <a:t> </a:t>
            </a:r>
            <a:r>
              <a:rPr lang="en-US" dirty="0" smtClean="0"/>
              <a:t>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Write-Output</a:t>
            </a:r>
            <a:r>
              <a:rPr lang="en-US" dirty="0" smtClean="0"/>
              <a:t> “Breaking the loop”</a:t>
            </a:r>
          </a:p>
          <a:p>
            <a:r>
              <a:rPr lang="en-US" dirty="0"/>
              <a:t> </a:t>
            </a:r>
            <a:r>
              <a:rPr lang="en-US" dirty="0" smtClean="0"/>
              <a:t>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Break</a:t>
            </a:r>
          </a:p>
          <a:p>
            <a:pPr marL="139700" indent="0">
              <a:buNone/>
            </a:pPr>
            <a:r>
              <a:rPr lang="en-US" dirty="0" smtClean="0"/>
              <a:t>    }</a:t>
            </a:r>
          </a:p>
          <a:p>
            <a:pPr marL="139700" indent="0">
              <a:buNone/>
            </a:pPr>
            <a:r>
              <a:rPr lang="en-US" dirty="0"/>
              <a:t> </a:t>
            </a:r>
            <a:r>
              <a:rPr lang="en-US" dirty="0" smtClean="0"/>
              <a:t>  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else</a:t>
            </a:r>
            <a:r>
              <a:rPr lang="en-US" dirty="0" smtClean="0"/>
              <a:t> </a:t>
            </a:r>
          </a:p>
          <a:p>
            <a:pPr marL="139700" indent="0">
              <a:buNone/>
            </a:pPr>
            <a:r>
              <a:rPr lang="en-US" dirty="0" smtClean="0"/>
              <a:t>    {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</a:t>
            </a:r>
            <a:r>
              <a:rPr lang="en-US" dirty="0" smtClean="0"/>
              <a:t>       </a:t>
            </a:r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#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Print the number to the screen</a:t>
            </a:r>
            <a:endParaRPr lang="en-US" dirty="0" smtClean="0"/>
          </a:p>
          <a:p>
            <a:pPr marL="13970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       Write-Output</a:t>
            </a:r>
            <a:r>
              <a:rPr lang="en-US" dirty="0" smtClean="0"/>
              <a:t> “Number</a:t>
            </a:r>
            <a:r>
              <a:rPr lang="en-US" dirty="0"/>
              <a:t>: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 smtClean="0"/>
              <a:t>“</a:t>
            </a:r>
          </a:p>
          <a:p>
            <a:pPr marL="139700" indent="0">
              <a:buNone/>
            </a:pPr>
            <a:r>
              <a:rPr lang="en-US" dirty="0"/>
              <a:t> </a:t>
            </a:r>
            <a:r>
              <a:rPr lang="en-US" dirty="0" smtClean="0"/>
              <a:t>   }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259" y="1520524"/>
            <a:ext cx="2118783" cy="2124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47988" y="3645521"/>
            <a:ext cx="2038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Code and deck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67914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Continue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Skips the rest of the current iteration and moves to the next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$numbers </a:t>
            </a:r>
            <a:r>
              <a:rPr lang="en-US" dirty="0"/>
              <a:t>= 1</a:t>
            </a:r>
            <a:r>
              <a:rPr lang="en-US" dirty="0" smtClean="0"/>
              <a:t>..25</a:t>
            </a:r>
            <a:endParaRPr lang="en-US" dirty="0"/>
          </a:p>
          <a:p>
            <a:pPr marL="139700" indent="0">
              <a:buNone/>
            </a:pPr>
            <a:r>
              <a:rPr lang="en-US" dirty="0" err="1">
                <a:solidFill>
                  <a:schemeClr val="accent6">
                    <a:lumMod val="50000"/>
                  </a:schemeClr>
                </a:solidFill>
              </a:rPr>
              <a:t>foreach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($</a:t>
            </a:r>
            <a:r>
              <a:rPr lang="en-US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/>
              <a:t>in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$numbers</a:t>
            </a:r>
            <a:r>
              <a:rPr lang="en-US" dirty="0"/>
              <a:t>) {</a:t>
            </a:r>
          </a:p>
          <a:p>
            <a:pPr marL="13970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if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($</a:t>
            </a:r>
            <a:r>
              <a:rPr lang="en-US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/>
              <a:t> </a:t>
            </a:r>
            <a:r>
              <a:rPr lang="en-US" dirty="0" smtClean="0"/>
              <a:t>-like “*3*”)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{</a:t>
            </a:r>
          </a:p>
          <a:p>
            <a:pPr marL="139700" indent="0">
              <a:buNone/>
            </a:pPr>
            <a:r>
              <a:rPr lang="en-US" dirty="0"/>
              <a:t>        </a:t>
            </a:r>
            <a:r>
              <a:rPr lang="en-US" dirty="0" smtClean="0"/>
              <a:t># Skips this number</a:t>
            </a:r>
          </a:p>
          <a:p>
            <a:pPr marL="13970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       continue</a:t>
            </a:r>
            <a:endParaRPr lang="en-US" dirty="0">
              <a:solidFill>
                <a:schemeClr val="accent6">
                  <a:lumMod val="50000"/>
                </a:schemeClr>
              </a:solidFill>
            </a:endParaRPr>
          </a:p>
          <a:p>
            <a:pPr marL="139700" indent="0">
              <a:buNone/>
            </a:pPr>
            <a:r>
              <a:rPr lang="en-US" dirty="0"/>
              <a:t>    }</a:t>
            </a:r>
          </a:p>
          <a:p>
            <a:pPr marL="13970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else</a:t>
            </a:r>
            <a:r>
              <a:rPr lang="en-US" dirty="0"/>
              <a:t> </a:t>
            </a:r>
          </a:p>
          <a:p>
            <a:pPr marL="139700" indent="0">
              <a:buNone/>
            </a:pPr>
            <a:r>
              <a:rPr lang="en-US" dirty="0"/>
              <a:t>    {</a:t>
            </a:r>
          </a:p>
          <a:p>
            <a:pPr marL="139700" indent="0">
              <a:buNone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# Print the number to the screen</a:t>
            </a:r>
          </a:p>
          <a:p>
            <a:pPr marL="13970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       Write-Output</a:t>
            </a:r>
            <a:r>
              <a:rPr lang="en-US" dirty="0" smtClean="0"/>
              <a:t> </a:t>
            </a:r>
            <a:r>
              <a:rPr lang="en-US" dirty="0"/>
              <a:t>“Number: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/>
              <a:t>“</a:t>
            </a:r>
          </a:p>
          <a:p>
            <a:pPr marL="139700" indent="0">
              <a:buNone/>
            </a:pPr>
            <a:r>
              <a:rPr lang="en-US" dirty="0"/>
              <a:t>    }</a:t>
            </a:r>
          </a:p>
          <a:p>
            <a:pPr marL="139700" indent="0">
              <a:buNone/>
            </a:pPr>
            <a:r>
              <a:rPr lang="en-US" dirty="0"/>
              <a:t>}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259" y="1520524"/>
            <a:ext cx="2118783" cy="2124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47988" y="3645521"/>
            <a:ext cx="2038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/>
              <a:t>Code and deck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741243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67"/>
          <p:cNvSpPr txBox="1">
            <a:spLocks noGrp="1"/>
          </p:cNvSpPr>
          <p:nvPr>
            <p:ph type="title"/>
          </p:nvPr>
        </p:nvSpPr>
        <p:spPr>
          <a:xfrm>
            <a:off x="441946" y="1575061"/>
            <a:ext cx="44547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r>
              <a:rPr lang="en" sz="3000">
                <a:solidFill>
                  <a:schemeClr val="lt1"/>
                </a:solidFill>
              </a:rPr>
              <a:t>Please take </a:t>
            </a:r>
            <a:br>
              <a:rPr lang="en" sz="3000">
                <a:solidFill>
                  <a:schemeClr val="lt1"/>
                </a:solidFill>
              </a:rPr>
            </a:br>
            <a:r>
              <a:rPr lang="en" sz="3000">
                <a:solidFill>
                  <a:schemeClr val="lt1"/>
                </a:solidFill>
              </a:rPr>
              <a:t>your survey.</a:t>
            </a:r>
            <a:endParaRPr sz="3000"/>
          </a:p>
        </p:txBody>
      </p:sp>
      <p:pic>
        <p:nvPicPr>
          <p:cNvPr id="1127" name="Google Shape;112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6650" y="1011039"/>
            <a:ext cx="3121425" cy="312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p69"/>
          <p:cNvSpPr txBox="1">
            <a:spLocks noGrp="1"/>
          </p:cNvSpPr>
          <p:nvPr>
            <p:ph type="title"/>
          </p:nvPr>
        </p:nvSpPr>
        <p:spPr>
          <a:xfrm>
            <a:off x="441946" y="1575061"/>
            <a:ext cx="44547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</a:pPr>
            <a:r>
              <a:rPr lang="en" sz="4500">
                <a:solidFill>
                  <a:schemeClr val="lt1"/>
                </a:solidFill>
              </a:rPr>
              <a:t>Thank You</a:t>
            </a:r>
            <a:endParaRPr sz="450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259" y="1520524"/>
            <a:ext cx="2118783" cy="21249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47988" y="3645521"/>
            <a:ext cx="20380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smtClean="0">
                <a:solidFill>
                  <a:schemeClr val="bg1"/>
                </a:solidFill>
              </a:rPr>
              <a:t>Code and deck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Mware 2025 Light">
  <a:themeElements>
    <a:clrScheme name="VMware-Light">
      <a:dk1>
        <a:srgbClr val="000000"/>
      </a:dk1>
      <a:lt1>
        <a:srgbClr val="FFFFFF"/>
      </a:lt1>
      <a:dk2>
        <a:srgbClr val="1B1D36"/>
      </a:dk2>
      <a:lt2>
        <a:srgbClr val="EEEEEE"/>
      </a:lt2>
      <a:accent1>
        <a:srgbClr val="007B8C"/>
      </a:accent1>
      <a:accent2>
        <a:srgbClr val="005C8A"/>
      </a:accent2>
      <a:accent3>
        <a:srgbClr val="0098C7"/>
      </a:accent3>
      <a:accent4>
        <a:srgbClr val="61A60E"/>
      </a:accent4>
      <a:accent5>
        <a:srgbClr val="6C4B94"/>
      </a:accent5>
      <a:accent6>
        <a:srgbClr val="F3BA16"/>
      </a:accent6>
      <a:hlink>
        <a:srgbClr val="0098C7"/>
      </a:hlink>
      <a:folHlink>
        <a:srgbClr val="6C4B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998</Words>
  <Application>Microsoft Office PowerPoint</Application>
  <PresentationFormat>On-screen Show (16:9)</PresentationFormat>
  <Paragraphs>198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NTR</vt:lpstr>
      <vt:lpstr>Open Sans</vt:lpstr>
      <vt:lpstr>Simple Light</vt:lpstr>
      <vt:lpstr>VMware 2025 Light</vt:lpstr>
      <vt:lpstr>PowerPoint Presentation</vt:lpstr>
      <vt:lpstr>Justin P. Sider</vt:lpstr>
      <vt:lpstr>Agenda</vt:lpstr>
      <vt:lpstr>For</vt:lpstr>
      <vt:lpstr>ForEach-Object</vt:lpstr>
      <vt:lpstr>Foreach</vt:lpstr>
      <vt:lpstr>While</vt:lpstr>
      <vt:lpstr>Do While</vt:lpstr>
      <vt:lpstr>Do Until</vt:lpstr>
      <vt:lpstr>Break</vt:lpstr>
      <vt:lpstr>Continue</vt:lpstr>
      <vt:lpstr>Please take  your survey.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justin sider</cp:lastModifiedBy>
  <cp:revision>15</cp:revision>
  <dcterms:modified xsi:type="dcterms:W3CDTF">2026-09-01T17:00:32Z</dcterms:modified>
</cp:coreProperties>
</file>