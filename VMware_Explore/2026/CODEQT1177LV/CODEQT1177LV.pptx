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06" r:id="rId1"/>
    <p:sldMasterId id="2147483707" r:id="rId2"/>
  </p:sldMasterIdLst>
  <p:notesMasterIdLst>
    <p:notesMasterId r:id="rId16"/>
  </p:notesMasterIdLst>
  <p:sldIdLst>
    <p:sldId id="259" r:id="rId3"/>
    <p:sldId id="261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62" r:id="rId14"/>
    <p:sldId id="264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3" d="100"/>
          <a:sy n="143" d="100"/>
        </p:scale>
        <p:origin x="684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7" name="Google Shape;1097;g3eadce0b428_0_3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8" name="Google Shape;1098;g3eadce0b428_0_3160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r>
              <a:rPr lang="en" strike="noStrike"/>
              <a:t>Click to add notes</a:t>
            </a:r>
            <a:endParaRPr/>
          </a:p>
        </p:txBody>
      </p:sp>
      <p:sp>
        <p:nvSpPr>
          <p:cNvPr id="1099" name="Google Shape;1099;g3eadce0b428_0_316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62787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55636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84195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023594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00855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798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1687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80435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g3eadce0b428_0_3177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7" name="Google Shape;1117;g3eadce0b428_0_3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32611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g3eadce0b428_0_3183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4" name="Google Shape;1124;g3eadce0b428_0_31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8" name="Google Shape;1138;g3eadce0b428_0_3196:notes"/>
          <p:cNvSpPr txBox="1">
            <a:spLocks noGrp="1"/>
          </p:cNvSpPr>
          <p:nvPr>
            <p:ph type="body" idx="1"/>
          </p:nvPr>
        </p:nvSpPr>
        <p:spPr>
          <a:xfrm>
            <a:off x="457200" y="3810000"/>
            <a:ext cx="5943600" cy="48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9" name="Google Shape;1139;g3eadce0b428_0_3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787400" y="609600"/>
            <a:ext cx="5283200" cy="297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0_Title Slide – VMware Explore">
  <p:cSld name="1_Title Slide – VMware Explore">
    <p:bg>
      <p:bgPr>
        <a:gradFill>
          <a:gsLst>
            <a:gs pos="0">
              <a:srgbClr val="005BF8"/>
            </a:gs>
            <a:gs pos="13000">
              <a:srgbClr val="0036A4"/>
            </a:gs>
            <a:gs pos="39000">
              <a:srgbClr val="001559"/>
            </a:gs>
            <a:gs pos="100000">
              <a:srgbClr val="001559"/>
            </a:gs>
          </a:gsLst>
          <a:lin ang="18900044" scaled="0"/>
        </a:gra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6" descr="A white text on a black background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3709" y="395953"/>
            <a:ext cx="2602268" cy="400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32859" y="4561156"/>
            <a:ext cx="1255920" cy="371543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6" descr="A black background with blue dots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 l="51172" t="12892"/>
          <a:stretch/>
        </p:blipFill>
        <p:spPr>
          <a:xfrm rot="10800000" flipH="1">
            <a:off x="4677993" y="0"/>
            <a:ext cx="4466006" cy="4480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613324" y="177355"/>
            <a:ext cx="4480227" cy="448022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441485" y="3859233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body" idx="2"/>
          </p:nvPr>
        </p:nvSpPr>
        <p:spPr>
          <a:xfrm>
            <a:off x="441485" y="414427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3" name="Google Shape;93;p16"/>
          <p:cNvSpPr txBox="1">
            <a:spLocks noGrp="1"/>
          </p:cNvSpPr>
          <p:nvPr>
            <p:ph type="body" idx="3"/>
          </p:nvPr>
        </p:nvSpPr>
        <p:spPr>
          <a:xfrm>
            <a:off x="441485" y="442065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4" name="Google Shape;94;p16"/>
          <p:cNvSpPr txBox="1">
            <a:spLocks noGrp="1"/>
          </p:cNvSpPr>
          <p:nvPr>
            <p:ph type="body" idx="4"/>
          </p:nvPr>
        </p:nvSpPr>
        <p:spPr>
          <a:xfrm>
            <a:off x="441485" y="1824686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5" name="Google Shape;95;p16"/>
          <p:cNvSpPr txBox="1">
            <a:spLocks noGrp="1"/>
          </p:cNvSpPr>
          <p:nvPr>
            <p:ph type="body" idx="5"/>
          </p:nvPr>
        </p:nvSpPr>
        <p:spPr>
          <a:xfrm>
            <a:off x="441837" y="2370535"/>
            <a:ext cx="41304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400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Char char="​"/>
              <a:defRPr sz="30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body" idx="6"/>
          </p:nvPr>
        </p:nvSpPr>
        <p:spPr>
          <a:xfrm>
            <a:off x="441660" y="3334232"/>
            <a:ext cx="4130400" cy="3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Char char="​"/>
              <a:defRPr sz="21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Subtitle and Content">
  <p:cSld name="Title, Subtitle and Content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Char char="•"/>
              <a:defRPr>
                <a:solidFill>
                  <a:srgbClr val="3B3B3B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/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01" name="Google Shape;101;p1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_Section Header – VMware Explore - Stay Connected">
  <p:cSld name="3_Section Header – VMware Explore - Stay Connected">
    <p:bg>
      <p:bgPr>
        <a:gradFill>
          <a:gsLst>
            <a:gs pos="0">
              <a:srgbClr val="005BF8"/>
            </a:gs>
            <a:gs pos="13000">
              <a:srgbClr val="0036A4"/>
            </a:gs>
            <a:gs pos="39000">
              <a:srgbClr val="001559"/>
            </a:gs>
            <a:gs pos="100000">
              <a:srgbClr val="001559"/>
            </a:gs>
          </a:gsLst>
          <a:lin ang="18900044" scaled="0"/>
        </a:gra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8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sz="2700" b="0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8"/>
          <p:cNvSpPr txBox="1">
            <a:spLocks noGrp="1"/>
          </p:cNvSpPr>
          <p:nvPr>
            <p:ph type="subTitle" idx="1"/>
          </p:nvPr>
        </p:nvSpPr>
        <p:spPr>
          <a:xfrm>
            <a:off x="452342" y="2571750"/>
            <a:ext cx="44547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06" name="Google Shape;106;p1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7" name="Google Shape;107;p1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8" name="Google Shape;108;p1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9" name="Google Shape;109;p1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" name="Google Shape;110;p1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1" name="Google Shape;111;p1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2" name="Google Shape;112;p1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" name="Google Shape;113;p1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p1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5" name="Google Shape;115;p1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" name="Google Shape;116;p1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" name="Google Shape;117;p1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" name="Google Shape;118;p1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19" name="Google Shape;119;p1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20" name="Google Shape;120;p1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" name="Google Shape;121;p1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" name="Google Shape;122;p1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3" name="Google Shape;123;p1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" name="Google Shape;124;p1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1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p1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27" name="Google Shape;127;p1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"/>
              <a:buFont typeface="Arial"/>
              <a:buNone/>
            </a:pPr>
            <a:r>
              <a:rPr lang="en" sz="5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pic>
        <p:nvPicPr>
          <p:cNvPr id="128" name="Google Shape;128;p18" descr="A white text on a black background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3709" y="395953"/>
            <a:ext cx="2602268" cy="400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9"/>
          <p:cNvSpPr txBox="1">
            <a:spLocks noGrp="1"/>
          </p:cNvSpPr>
          <p:nvPr>
            <p:ph type="body" idx="1"/>
          </p:nvPr>
        </p:nvSpPr>
        <p:spPr>
          <a:xfrm>
            <a:off x="457319" y="950706"/>
            <a:ext cx="1455300" cy="14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3683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Char char="​"/>
              <a:defRPr sz="2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body" idx="2"/>
          </p:nvPr>
        </p:nvSpPr>
        <p:spPr>
          <a:xfrm>
            <a:off x="2171075" y="950706"/>
            <a:ext cx="5503500" cy="325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92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900"/>
              <a:buFont typeface="Arial"/>
              <a:buChar char="•"/>
              <a:defRPr sz="2100"/>
            </a:lvl1pPr>
            <a:lvl2pPr marL="914400" lvl="1" indent="-3302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6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–"/>
              <a:defRPr sz="1500"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•"/>
              <a:defRPr sz="1400"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200"/>
              <a:buChar char="–"/>
              <a:defRPr sz="14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Leaf">
  <p:cSld name="Title Slide – Leaf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0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1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138" name="Google Shape;138;p20"/>
          <p:cNvSpPr txBox="1">
            <a:spLocks noGrp="1"/>
          </p:cNvSpPr>
          <p:nvPr>
            <p:ph type="body" idx="2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39" name="Google Shape;139;p20"/>
          <p:cNvSpPr txBox="1">
            <a:spLocks noGrp="1"/>
          </p:cNvSpPr>
          <p:nvPr>
            <p:ph type="body" idx="3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40" name="Google Shape;140;p20"/>
          <p:cNvSpPr txBox="1">
            <a:spLocks noGrp="1"/>
          </p:cNvSpPr>
          <p:nvPr>
            <p:ph type="body" idx="4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141" name="Google Shape;141;p2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42" name="Google Shape;142;p2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43" name="Google Shape;143;p2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" name="Google Shape;144;p2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" name="Google Shape;145;p2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" name="Google Shape;146;p2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p2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2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" name="Google Shape;149;p2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2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" name="Google Shape;151;p2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2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53" name="Google Shape;153;p2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54" name="Google Shape;154;p2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" name="Google Shape;155;p2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6" name="Google Shape;156;p2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" name="Google Shape;157;p2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8" name="Google Shape;158;p2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p2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" name="Google Shape;160;p2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61" name="Google Shape;161;p20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7000">
                <a:schemeClr val="accent4"/>
              </a:gs>
              <a:gs pos="83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0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3" name="Google Shape;163;p2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64" name="Google Shape;164;p2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65" name="Google Shape;165;p2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" name="Google Shape;166;p2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" name="Google Shape;167;p2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" name="Google Shape;168;p2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2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p2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" name="Google Shape;171;p2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2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2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2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75" name="Google Shape;175;p2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76" name="Google Shape;176;p2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7" name="Google Shape;177;p2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8" name="Google Shape;178;p2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" name="Google Shape;179;p2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p2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" name="Google Shape;181;p2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" name="Google Shape;182;p2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83" name="Google Shape;183;p20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Aqua">
  <p:cSld name="Title Slide – Aqua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/>
          <p:nvPr/>
        </p:nvSpPr>
        <p:spPr>
          <a:xfrm>
            <a:off x="0" y="493582"/>
            <a:ext cx="9144301" cy="4655745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181006" sx="102000" sy="102000" algn="ctr" rotWithShape="0">
              <a:schemeClr val="accent3">
                <a:alpha val="14900"/>
              </a:schemeClr>
            </a:outerShdw>
          </a:effectLst>
        </p:spPr>
      </p:sp>
      <p:sp>
        <p:nvSpPr>
          <p:cNvPr id="186" name="Google Shape;186;p21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6000">
                <a:schemeClr val="accent2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21"/>
          <p:cNvSpPr txBox="1">
            <a:spLocks noGrp="1"/>
          </p:cNvSpPr>
          <p:nvPr>
            <p:ph type="body" idx="1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89" name="Google Shape;189;p21"/>
          <p:cNvSpPr txBox="1">
            <a:spLocks noGrp="1"/>
          </p:cNvSpPr>
          <p:nvPr>
            <p:ph type="body" idx="2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190" name="Google Shape;190;p21"/>
          <p:cNvSpPr txBox="1">
            <a:spLocks noGrp="1"/>
          </p:cNvSpPr>
          <p:nvPr>
            <p:ph type="body" idx="3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92" name="Google Shape;192;p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93" name="Google Shape;193;p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" name="Google Shape;194;p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" name="Google Shape;197;p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" name="Google Shape;198;p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" name="Google Shape;199;p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200;p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" name="Google Shape;201;p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p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203;p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04" name="Google Shape;204;p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" name="Google Shape;205;p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" name="Google Shape;206;p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" name="Google Shape;207;p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" name="Google Shape;208;p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" name="Google Shape;209;p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0" name="Google Shape;210;p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1" name="Google Shape;211;p21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2" name="Google Shape;212;p21"/>
          <p:cNvSpPr txBox="1">
            <a:spLocks noGrp="1"/>
          </p:cNvSpPr>
          <p:nvPr>
            <p:ph type="subTitle" idx="4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13" name="Google Shape;213;p21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4" name="Google Shape;214;p2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15" name="Google Shape;215;p2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16" name="Google Shape;216;p2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7" name="Google Shape;217;p2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8" name="Google Shape;218;p2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19" name="Google Shape;219;p2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0" name="Google Shape;220;p2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1" name="Google Shape;221;p2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2" name="Google Shape;222;p2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3" name="Google Shape;223;p2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4" name="Google Shape;224;p2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5" name="Google Shape;225;p2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26" name="Google Shape;226;p2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27" name="Google Shape;227;p2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8" name="Google Shape;228;p2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29" name="Google Shape;229;p2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0" name="Google Shape;230;p2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1" name="Google Shape;231;p2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2" name="Google Shape;232;p2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33" name="Google Shape;233;p2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34" name="Google Shape;234;p21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– Plum">
  <p:cSld name="Title Slide – Plum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"/>
          <p:cNvSpPr/>
          <p:nvPr/>
        </p:nvSpPr>
        <p:spPr>
          <a:xfrm>
            <a:off x="0" y="493582"/>
            <a:ext cx="9144301" cy="4655745"/>
          </a:xfrm>
          <a:custGeom>
            <a:avLst/>
            <a:gdLst/>
            <a:ahLst/>
            <a:cxnLst/>
            <a:rect l="l" t="t" r="r" b="b"/>
            <a:pathLst>
              <a:path w="12192401" h="6207660" extrusionOk="0">
                <a:moveTo>
                  <a:pt x="0" y="0"/>
                </a:moveTo>
                <a:lnTo>
                  <a:pt x="12192401" y="0"/>
                </a:lnTo>
                <a:lnTo>
                  <a:pt x="12192401" y="6207660"/>
                </a:lnTo>
                <a:lnTo>
                  <a:pt x="0" y="6207660"/>
                </a:lnTo>
                <a:close/>
              </a:path>
            </a:pathLst>
          </a:custGeom>
          <a:noFill/>
          <a:ln>
            <a:noFill/>
          </a:ln>
          <a:effectLst>
            <a:outerShdw blurRad="181006" sx="102000" sy="102000" algn="ctr" rotWithShape="0">
              <a:schemeClr val="accent3">
                <a:alpha val="14900"/>
              </a:schemeClr>
            </a:outerShdw>
          </a:effectLst>
        </p:spPr>
      </p:sp>
      <p:sp>
        <p:nvSpPr>
          <p:cNvPr id="237" name="Google Shape;237;p22"/>
          <p:cNvSpPr/>
          <p:nvPr/>
        </p:nvSpPr>
        <p:spPr>
          <a:xfrm>
            <a:off x="-2859" y="-195"/>
            <a:ext cx="4751132" cy="3552977"/>
          </a:xfrm>
          <a:custGeom>
            <a:avLst/>
            <a:gdLst/>
            <a:ahLst/>
            <a:cxnLst/>
            <a:rect l="l" t="t" r="r" b="b"/>
            <a:pathLst>
              <a:path w="6334843" h="4737302" extrusionOk="0">
                <a:moveTo>
                  <a:pt x="0" y="0"/>
                </a:moveTo>
                <a:lnTo>
                  <a:pt x="6334843" y="0"/>
                </a:lnTo>
                <a:lnTo>
                  <a:pt x="1987292" y="4347552"/>
                </a:lnTo>
                <a:cubicBezTo>
                  <a:pt x="1737727" y="4597117"/>
                  <a:pt x="1399274" y="4737302"/>
                  <a:pt x="1046384" y="4737302"/>
                </a:cubicBezTo>
                <a:lnTo>
                  <a:pt x="0" y="4737302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6000">
                <a:schemeClr val="accent5"/>
              </a:gs>
              <a:gs pos="45000">
                <a:srgbClr val="4764A1"/>
              </a:gs>
              <a:gs pos="90000">
                <a:schemeClr val="accent3"/>
              </a:gs>
              <a:gs pos="100000">
                <a:schemeClr val="accent3"/>
              </a:gs>
            </a:gsLst>
            <a:lin ang="1920016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2"/>
          <p:cNvSpPr txBox="1">
            <a:spLocks noGrp="1"/>
          </p:cNvSpPr>
          <p:nvPr>
            <p:ph type="body" idx="1"/>
          </p:nvPr>
        </p:nvSpPr>
        <p:spPr>
          <a:xfrm>
            <a:off x="4945999" y="3553069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Arial"/>
              <a:buNone/>
              <a:defRPr sz="1200" b="0" i="0" u="none" strike="noStrike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239" name="Google Shape;239;p22"/>
          <p:cNvSpPr txBox="1">
            <a:spLocks noGrp="1"/>
          </p:cNvSpPr>
          <p:nvPr>
            <p:ph type="body" idx="2"/>
          </p:nvPr>
        </p:nvSpPr>
        <p:spPr>
          <a:xfrm>
            <a:off x="4945999" y="383811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240" name="Google Shape;240;p22"/>
          <p:cNvSpPr txBox="1">
            <a:spLocks noGrp="1"/>
          </p:cNvSpPr>
          <p:nvPr>
            <p:ph type="body" idx="3"/>
          </p:nvPr>
        </p:nvSpPr>
        <p:spPr>
          <a:xfrm>
            <a:off x="4945999" y="4114490"/>
            <a:ext cx="4052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1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grpSp>
        <p:nvGrpSpPr>
          <p:cNvPr id="241" name="Google Shape;241;p22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42" name="Google Shape;242;p2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43" name="Google Shape;243;p2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4" name="Google Shape;244;p2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5" name="Google Shape;245;p2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6" name="Google Shape;246;p2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7" name="Google Shape;247;p2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8" name="Google Shape;248;p2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49" name="Google Shape;249;p2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0" name="Google Shape;250;p2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1" name="Google Shape;251;p2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2" name="Google Shape;252;p2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53" name="Google Shape;253;p2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54" name="Google Shape;254;p2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5" name="Google Shape;255;p2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6" name="Google Shape;256;p2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7" name="Google Shape;257;p2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8" name="Google Shape;258;p2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59" name="Google Shape;259;p2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0" name="Google Shape;260;p2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61" name="Google Shape;261;p22"/>
          <p:cNvSpPr txBox="1">
            <a:spLocks noGrp="1"/>
          </p:cNvSpPr>
          <p:nvPr>
            <p:ph type="title"/>
          </p:nvPr>
        </p:nvSpPr>
        <p:spPr>
          <a:xfrm>
            <a:off x="4946000" y="1276385"/>
            <a:ext cx="3828300" cy="9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000"/>
              <a:buFont typeface="Arial"/>
              <a:buNone/>
              <a:defRPr sz="30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22"/>
          <p:cNvSpPr txBox="1">
            <a:spLocks noGrp="1"/>
          </p:cNvSpPr>
          <p:nvPr>
            <p:ph type="subTitle" idx="4"/>
          </p:nvPr>
        </p:nvSpPr>
        <p:spPr>
          <a:xfrm>
            <a:off x="4945999" y="2239910"/>
            <a:ext cx="3838500" cy="31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63" name="Google Shape;263;p22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4" name="Google Shape;264;p22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265" name="Google Shape;265;p22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266" name="Google Shape;266;p22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7" name="Google Shape;267;p22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8" name="Google Shape;268;p22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69" name="Google Shape;269;p22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0" name="Google Shape;270;p22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1" name="Google Shape;271;p22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2" name="Google Shape;272;p22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3" name="Google Shape;273;p22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4" name="Google Shape;274;p22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5" name="Google Shape;275;p22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76" name="Google Shape;276;p22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277" name="Google Shape;277;p22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8" name="Google Shape;278;p22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" name="Google Shape;279;p22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" name="Google Shape;280;p22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" name="Google Shape;281;p22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" name="Google Shape;282;p22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" name="Google Shape;283;p22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84" name="Google Shape;284;p22"/>
          <p:cNvSpPr/>
          <p:nvPr/>
        </p:nvSpPr>
        <p:spPr>
          <a:xfrm>
            <a:off x="-5744" y="486362"/>
            <a:ext cx="9154106" cy="4059967"/>
          </a:xfrm>
          <a:custGeom>
            <a:avLst/>
            <a:gdLst/>
            <a:ahLst/>
            <a:cxnLst/>
            <a:rect l="l" t="t" r="r" b="b"/>
            <a:pathLst>
              <a:path w="12205474" h="5413289" extrusionOk="0">
                <a:moveTo>
                  <a:pt x="7251847" y="0"/>
                </a:moveTo>
                <a:lnTo>
                  <a:pt x="12205474" y="0"/>
                </a:lnTo>
                <a:lnTo>
                  <a:pt x="12205474" y="76269"/>
                </a:lnTo>
                <a:lnTo>
                  <a:pt x="7251847" y="76269"/>
                </a:lnTo>
                <a:cubicBezTo>
                  <a:pt x="7052214" y="76269"/>
                  <a:pt x="6857409" y="115039"/>
                  <a:pt x="6672965" y="191435"/>
                </a:cubicBezTo>
                <a:cubicBezTo>
                  <a:pt x="6488519" y="267830"/>
                  <a:pt x="6323397" y="378166"/>
                  <a:pt x="6182235" y="519327"/>
                </a:cubicBezTo>
                <a:lnTo>
                  <a:pt x="1792619" y="4923656"/>
                </a:lnTo>
                <a:cubicBezTo>
                  <a:pt x="1637157" y="5079181"/>
                  <a:pt x="1455382" y="5200638"/>
                  <a:pt x="1252315" y="5284725"/>
                </a:cubicBezTo>
                <a:cubicBezTo>
                  <a:pt x="1049248" y="5368811"/>
                  <a:pt x="834867" y="5411458"/>
                  <a:pt x="615085" y="5411458"/>
                </a:cubicBezTo>
                <a:lnTo>
                  <a:pt x="0" y="5413289"/>
                </a:lnTo>
                <a:lnTo>
                  <a:pt x="0" y="5336993"/>
                </a:lnTo>
                <a:lnTo>
                  <a:pt x="615085" y="5335189"/>
                </a:lnTo>
                <a:cubicBezTo>
                  <a:pt x="1036536" y="5335189"/>
                  <a:pt x="1440700" y="5167779"/>
                  <a:pt x="1738659" y="4869823"/>
                </a:cubicBezTo>
                <a:lnTo>
                  <a:pt x="6128274" y="465366"/>
                </a:lnTo>
                <a:cubicBezTo>
                  <a:pt x="6426298" y="167410"/>
                  <a:pt x="6830460" y="0"/>
                  <a:pt x="7251847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rgbClr val="6C4B91"/>
              </a:gs>
              <a:gs pos="100000">
                <a:srgbClr val="6C4B91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Leaf">
  <p:cSld name="Section Header – Leaf"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3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8" name="Google Shape;288;p23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89" name="Google Shape;289;p2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3"/>
          <p:cNvSpPr/>
          <p:nvPr/>
        </p:nvSpPr>
        <p:spPr>
          <a:xfrm>
            <a:off x="4895407" y="500014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4"/>
              </a:gs>
              <a:gs pos="21000">
                <a:schemeClr val="accent4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2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Aqua">
  <p:cSld name="Section Header – Aqua"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24"/>
          <p:cNvSpPr txBox="1">
            <a:spLocks noGrp="1"/>
          </p:cNvSpPr>
          <p:nvPr>
            <p:ph type="title"/>
          </p:nvPr>
        </p:nvSpPr>
        <p:spPr>
          <a:xfrm>
            <a:off x="441945" y="704096"/>
            <a:ext cx="49422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4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9317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295" name="Google Shape;295;p2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4894748" y="476897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2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– Plum">
  <p:cSld name="Section Header – Plum"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25"/>
          <p:cNvSpPr txBox="1">
            <a:spLocks noGrp="1"/>
          </p:cNvSpPr>
          <p:nvPr>
            <p:ph type="title"/>
          </p:nvPr>
        </p:nvSpPr>
        <p:spPr>
          <a:xfrm>
            <a:off x="441945" y="704096"/>
            <a:ext cx="49182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5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9080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301" name="Google Shape;301;p2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5"/>
          <p:cNvSpPr/>
          <p:nvPr/>
        </p:nvSpPr>
        <p:spPr>
          <a:xfrm>
            <a:off x="4894748" y="476897"/>
            <a:ext cx="4247486" cy="3998996"/>
          </a:xfrm>
          <a:custGeom>
            <a:avLst/>
            <a:gdLst/>
            <a:ahLst/>
            <a:cxnLst/>
            <a:rect l="l" t="t" r="r" b="b"/>
            <a:pathLst>
              <a:path w="5663315" h="5331994" extrusionOk="0">
                <a:moveTo>
                  <a:pt x="5663315" y="0"/>
                </a:moveTo>
                <a:lnTo>
                  <a:pt x="5663315" y="2653504"/>
                </a:lnTo>
                <a:lnTo>
                  <a:pt x="3356810" y="4960016"/>
                </a:lnTo>
                <a:cubicBezTo>
                  <a:pt x="3118625" y="5198201"/>
                  <a:pt x="2795605" y="5331994"/>
                  <a:pt x="2458806" y="5331994"/>
                </a:cubicBezTo>
                <a:lnTo>
                  <a:pt x="127247" y="5331994"/>
                </a:lnTo>
                <a:cubicBezTo>
                  <a:pt x="14092" y="5331994"/>
                  <a:pt x="-42549" y="5195217"/>
                  <a:pt x="37459" y="5115208"/>
                </a:cubicBezTo>
                <a:lnTo>
                  <a:pt x="4781475" y="371179"/>
                </a:lnTo>
                <a:cubicBezTo>
                  <a:pt x="4989831" y="162766"/>
                  <a:pt x="5263188" y="34280"/>
                  <a:pt x="5553942" y="5414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9000">
                <a:schemeClr val="accent3"/>
              </a:gs>
              <a:gs pos="100000">
                <a:schemeClr val="accent3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2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– Photo">
  <p:cSld name="Section Header – Photo">
    <p:bg>
      <p:bgPr>
        <a:solidFill>
          <a:schemeClr val="lt1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6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0895" y="929297"/>
            <a:ext cx="5631638" cy="4223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" y="-372"/>
            <a:ext cx="9140961" cy="5143871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6"/>
          <p:cNvSpPr/>
          <p:nvPr/>
        </p:nvSpPr>
        <p:spPr>
          <a:xfrm>
            <a:off x="4351955" y="929297"/>
            <a:ext cx="4804608" cy="4214204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26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9" name="Google Shape;309;p26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310" name="Google Shape;310;p26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311" name="Google Shape;311;p26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312" name="Google Shape;312;p2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13" name="Google Shape;313;p2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14" name="Google Shape;314;p2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5" name="Google Shape;315;p2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6" name="Google Shape;316;p2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7" name="Google Shape;317;p2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8" name="Google Shape;318;p2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2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0" name="Google Shape;320;p2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1" name="Google Shape;321;p2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2" name="Google Shape;322;p2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3" name="Google Shape;323;p2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24" name="Google Shape;324;p2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25" name="Google Shape;325;p2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6" name="Google Shape;326;p2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7" name="Google Shape;327;p2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8" name="Google Shape;328;p2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9" name="Google Shape;329;p2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0" name="Google Shape;330;p2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1" name="Google Shape;331;p2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32" name="Google Shape;332;p2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3" name="Google Shape;333;p26" descr="A blue sky with white cloud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10895" y="929297"/>
            <a:ext cx="5631638" cy="4223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9" y="-372"/>
            <a:ext cx="9140961" cy="5143871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26"/>
          <p:cNvSpPr/>
          <p:nvPr/>
        </p:nvSpPr>
        <p:spPr>
          <a:xfrm>
            <a:off x="4351955" y="929297"/>
            <a:ext cx="4804608" cy="4214204"/>
          </a:xfrm>
          <a:custGeom>
            <a:avLst/>
            <a:gdLst/>
            <a:ahLst/>
            <a:cxnLst/>
            <a:rect l="l" t="t" r="r" b="b"/>
            <a:pathLst>
              <a:path w="6406144" h="5618939" extrusionOk="0">
                <a:moveTo>
                  <a:pt x="6312206" y="0"/>
                </a:moveTo>
                <a:lnTo>
                  <a:pt x="6406144" y="0"/>
                </a:lnTo>
                <a:lnTo>
                  <a:pt x="6406144" y="76059"/>
                </a:lnTo>
                <a:lnTo>
                  <a:pt x="6312206" y="76059"/>
                </a:lnTo>
                <a:cubicBezTo>
                  <a:pt x="5892268" y="76059"/>
                  <a:pt x="5489557" y="242868"/>
                  <a:pt x="5192668" y="539757"/>
                </a:cubicBezTo>
                <a:lnTo>
                  <a:pt x="118525" y="5613965"/>
                </a:lnTo>
                <a:lnTo>
                  <a:pt x="113031" y="5618939"/>
                </a:lnTo>
                <a:lnTo>
                  <a:pt x="0" y="5618939"/>
                </a:lnTo>
                <a:lnTo>
                  <a:pt x="64758" y="5560198"/>
                </a:lnTo>
                <a:lnTo>
                  <a:pt x="5138965" y="485927"/>
                </a:lnTo>
                <a:cubicBezTo>
                  <a:pt x="5293805" y="331086"/>
                  <a:pt x="5474927" y="210064"/>
                  <a:pt x="5677265" y="126279"/>
                </a:cubicBezTo>
                <a:cubicBezTo>
                  <a:pt x="5879602" y="42494"/>
                  <a:pt x="6093212" y="0"/>
                  <a:pt x="6312206" y="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22000">
                <a:schemeClr val="accent3"/>
              </a:gs>
              <a:gs pos="80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6" name="Google Shape;336;p2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37" name="Google Shape;337;p2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38" name="Google Shape;338;p2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9" name="Google Shape;339;p2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0" name="Google Shape;340;p2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1" name="Google Shape;341;p2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2" name="Google Shape;342;p2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3" name="Google Shape;343;p2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4" name="Google Shape;344;p2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5" name="Google Shape;345;p2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6" name="Google Shape;346;p2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2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48" name="Google Shape;348;p2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49" name="Google Shape;349;p2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0" name="Google Shape;350;p2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2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2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3" name="Google Shape;353;p2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4" name="Google Shape;354;p2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2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56" name="Google Shape;356;p2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26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\Copyright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Leaf">
  <p:cSld name="Quote – Leaf"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611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60" name="Google Shape;360;p27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361" name="Google Shape;361;p27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362" name="Google Shape;362;p2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63" name="Google Shape;363;p27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64" name="Google Shape;364;p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65" name="Google Shape;365;p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6" name="Google Shape;366;p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9" name="Google Shape;369;p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0" name="Google Shape;370;p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3" name="Google Shape;373;p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4" name="Google Shape;374;p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75" name="Google Shape;375;p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76" name="Google Shape;376;p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7" name="Google Shape;377;p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8" name="Google Shape;378;p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1" name="Google Shape;381;p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2" name="Google Shape;382;p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383" name="Google Shape;383;p27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85" name="Google Shape;385;p27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386" name="Google Shape;386;p27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387" name="Google Shape;387;p27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27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89" name="Google Shape;389;p27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0" name="Google Shape;390;p27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1" name="Google Shape;391;p27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2" name="Google Shape;392;p27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3" name="Google Shape;393;p27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4" name="Google Shape;394;p27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5" name="Google Shape;395;p27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6" name="Google Shape;396;p27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397" name="Google Shape;397;p27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398" name="Google Shape;398;p27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99" name="Google Shape;399;p27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0" name="Google Shape;400;p27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1" name="Google Shape;401;p27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2" name="Google Shape;402;p27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3" name="Google Shape;403;p27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4" name="Google Shape;404;p27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05" name="Google Shape;405;p27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Aqua">
  <p:cSld name="Quote – Aqua"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28"/>
          <p:cNvSpPr/>
          <p:nvPr/>
        </p:nvSpPr>
        <p:spPr>
          <a:xfrm>
            <a:off x="0" y="0"/>
            <a:ext cx="9147969" cy="4516035"/>
          </a:xfrm>
          <a:custGeom>
            <a:avLst/>
            <a:gdLst/>
            <a:ahLst/>
            <a:cxnLst/>
            <a:rect l="l" t="t" r="r" b="b"/>
            <a:pathLst>
              <a:path w="12197292" h="6041519" extrusionOk="0">
                <a:moveTo>
                  <a:pt x="0" y="0"/>
                </a:moveTo>
                <a:lnTo>
                  <a:pt x="12197292" y="0"/>
                </a:lnTo>
                <a:lnTo>
                  <a:pt x="12197292" y="1911192"/>
                </a:lnTo>
                <a:lnTo>
                  <a:pt x="11193762" y="1911192"/>
                </a:lnTo>
                <a:cubicBezTo>
                  <a:pt x="10773986" y="1911192"/>
                  <a:pt x="10371368" y="2077963"/>
                  <a:pt x="10074486" y="2374782"/>
                </a:cubicBezTo>
                <a:lnTo>
                  <a:pt x="6871338" y="5577930"/>
                </a:lnTo>
                <a:cubicBezTo>
                  <a:pt x="6574521" y="5874749"/>
                  <a:pt x="6171901" y="6041519"/>
                  <a:pt x="5752064" y="6041519"/>
                </a:cubicBezTo>
                <a:lnTo>
                  <a:pt x="0" y="6041519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28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28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611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10" name="Google Shape;410;p28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11" name="Google Shape;411;p28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12" name="Google Shape;412;p2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13" name="Google Shape;413;p2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14" name="Google Shape;414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15" name="Google Shape;415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7" name="Google Shape;417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8" name="Google Shape;418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1" name="Google Shape;421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2" name="Google Shape;422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26" name="Google Shape;426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9" name="Google Shape;429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33" name="Google Shape;433;p2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2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35" name="Google Shape;435;p2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36" name="Google Shape;436;p2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7" name="Google Shape;437;p2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8" name="Google Shape;438;p2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2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2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1" name="Google Shape;441;p2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2" name="Google Shape;442;p2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2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2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p2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46" name="Google Shape;446;p2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47" name="Google Shape;447;p2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2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9" name="Google Shape;449;p2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0" name="Google Shape;450;p2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2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2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3" name="Google Shape;453;p2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54" name="Google Shape;454;p2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lum">
  <p:cSld name="Quote – Plum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9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29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40977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58" name="Google Shape;458;p29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3436500" cy="20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459" name="Google Shape;459;p29" descr="logo placeholder: click to insert logo or delete box if not needed"/>
          <p:cNvSpPr>
            <a:spLocks noGrp="1"/>
          </p:cNvSpPr>
          <p:nvPr>
            <p:ph type="pic" idx="3"/>
          </p:nvPr>
        </p:nvSpPr>
        <p:spPr>
          <a:xfrm>
            <a:off x="6695857" y="3464501"/>
            <a:ext cx="2055600" cy="1028700"/>
          </a:xfrm>
          <a:prstGeom prst="rect">
            <a:avLst/>
          </a:prstGeom>
          <a:noFill/>
          <a:ln>
            <a:noFill/>
          </a:ln>
        </p:spPr>
      </p:sp>
      <p:sp>
        <p:nvSpPr>
          <p:cNvPr id="460" name="Google Shape;460;p2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1" name="Google Shape;461;p2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62" name="Google Shape;462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63" name="Google Shape;463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5" name="Google Shape;465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6" name="Google Shape;466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69" name="Google Shape;469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0" name="Google Shape;470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74" name="Google Shape;474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8" name="Google Shape;478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481" name="Google Shape;481;p29"/>
          <p:cNvSpPr/>
          <p:nvPr/>
        </p:nvSpPr>
        <p:spPr>
          <a:xfrm>
            <a:off x="-6351" y="1379135"/>
            <a:ext cx="9152731" cy="3154823"/>
          </a:xfrm>
          <a:custGeom>
            <a:avLst/>
            <a:gdLst/>
            <a:ahLst/>
            <a:cxnLst/>
            <a:rect l="l" t="t" r="r" b="b"/>
            <a:pathLst>
              <a:path w="12203641" h="4206431" extrusionOk="0">
                <a:moveTo>
                  <a:pt x="11193762" y="0"/>
                </a:moveTo>
                <a:lnTo>
                  <a:pt x="12203641" y="0"/>
                </a:lnTo>
                <a:lnTo>
                  <a:pt x="12203641" y="76041"/>
                </a:lnTo>
                <a:lnTo>
                  <a:pt x="11193825" y="76041"/>
                </a:lnTo>
                <a:cubicBezTo>
                  <a:pt x="10773986" y="76041"/>
                  <a:pt x="10371368" y="242812"/>
                  <a:pt x="10074550" y="539630"/>
                </a:cubicBezTo>
                <a:lnTo>
                  <a:pt x="6871401" y="3742842"/>
                </a:lnTo>
                <a:cubicBezTo>
                  <a:pt x="6574520" y="4039660"/>
                  <a:pt x="6171901" y="4206431"/>
                  <a:pt x="5752127" y="4206431"/>
                </a:cubicBezTo>
                <a:lnTo>
                  <a:pt x="0" y="4206431"/>
                </a:lnTo>
                <a:lnTo>
                  <a:pt x="0" y="4130391"/>
                </a:lnTo>
                <a:lnTo>
                  <a:pt x="5752127" y="4130391"/>
                </a:lnTo>
                <a:cubicBezTo>
                  <a:pt x="5950998" y="4130391"/>
                  <a:pt x="6145057" y="4091769"/>
                  <a:pt x="6328796" y="4015665"/>
                </a:cubicBezTo>
                <a:cubicBezTo>
                  <a:pt x="6512534" y="3939560"/>
                  <a:pt x="6677025" y="3829647"/>
                  <a:pt x="6817648" y="3689025"/>
                </a:cubicBezTo>
                <a:lnTo>
                  <a:pt x="10020795" y="485877"/>
                </a:lnTo>
                <a:cubicBezTo>
                  <a:pt x="10334077" y="172532"/>
                  <a:pt x="10750686" y="0"/>
                  <a:pt x="11193762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9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2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83" name="Google Shape;483;p2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484" name="Google Shape;484;p2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485" name="Google Shape;485;p2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6" name="Google Shape;486;p2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2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2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9" name="Google Shape;489;p2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0" name="Google Shape;490;p2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2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2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3" name="Google Shape;493;p2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4" name="Google Shape;494;p2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95" name="Google Shape;495;p2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496" name="Google Shape;496;p2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7" name="Google Shape;497;p2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8" name="Google Shape;498;p2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2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2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1" name="Google Shape;501;p2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02" name="Google Shape;502;p2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03" name="Google Shape;503;p29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- Customer Story"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30"/>
          <p:cNvSpPr/>
          <p:nvPr/>
        </p:nvSpPr>
        <p:spPr>
          <a:xfrm>
            <a:off x="4855" y="328439"/>
            <a:ext cx="9142883" cy="4211542"/>
          </a:xfrm>
          <a:custGeom>
            <a:avLst/>
            <a:gdLst/>
            <a:ahLst/>
            <a:cxnLst/>
            <a:rect l="l" t="t" r="r" b="b"/>
            <a:pathLst>
              <a:path w="12231282" h="5615389" extrusionOk="0">
                <a:moveTo>
                  <a:pt x="0" y="0"/>
                </a:moveTo>
                <a:lnTo>
                  <a:pt x="12231282" y="27709"/>
                </a:lnTo>
                <a:lnTo>
                  <a:pt x="12203580" y="1466637"/>
                </a:lnTo>
                <a:lnTo>
                  <a:pt x="11206700" y="1466637"/>
                </a:lnTo>
                <a:cubicBezTo>
                  <a:pt x="10785051" y="1466637"/>
                  <a:pt x="10380638" y="1634150"/>
                  <a:pt x="10082432" y="1932294"/>
                </a:cubicBezTo>
                <a:lnTo>
                  <a:pt x="6864995" y="5149732"/>
                </a:lnTo>
                <a:cubicBezTo>
                  <a:pt x="6566852" y="5447874"/>
                  <a:pt x="6162438" y="5615389"/>
                  <a:pt x="5740726" y="5615389"/>
                </a:cubicBezTo>
                <a:lnTo>
                  <a:pt x="0" y="5615389"/>
                </a:lnTo>
                <a:lnTo>
                  <a:pt x="0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50" tIns="34250" rIns="68550" bIns="3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30"/>
          <p:cNvSpPr/>
          <p:nvPr/>
        </p:nvSpPr>
        <p:spPr>
          <a:xfrm>
            <a:off x="-7299" y="1371178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50" tIns="34250" rIns="68550" bIns="3425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3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lang="en" sz="6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30"/>
          <p:cNvSpPr>
            <a:spLocks noGrp="1"/>
          </p:cNvSpPr>
          <p:nvPr>
            <p:ph type="pic" idx="2"/>
          </p:nvPr>
        </p:nvSpPr>
        <p:spPr>
          <a:xfrm>
            <a:off x="4844034" y="2673226"/>
            <a:ext cx="4299900" cy="24741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509" name="Google Shape;509;p30"/>
          <p:cNvSpPr txBox="1">
            <a:spLocks noGrp="1"/>
          </p:cNvSpPr>
          <p:nvPr>
            <p:ph type="body" idx="1"/>
          </p:nvPr>
        </p:nvSpPr>
        <p:spPr>
          <a:xfrm>
            <a:off x="454231" y="3565923"/>
            <a:ext cx="36117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300" b="1">
                <a:latin typeface="Arial"/>
                <a:ea typeface="Arial"/>
                <a:cs typeface="Arial"/>
                <a:sym typeface="Arial"/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/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/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/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0" name="Google Shape;510;p30"/>
          <p:cNvSpPr>
            <a:spLocks noGrp="1"/>
          </p:cNvSpPr>
          <p:nvPr>
            <p:ph type="body" idx="3"/>
          </p:nvPr>
        </p:nvSpPr>
        <p:spPr>
          <a:xfrm>
            <a:off x="6770577" y="309563"/>
            <a:ext cx="1938300" cy="893100"/>
          </a:xfrm>
          <a:prstGeom prst="roundRect">
            <a:avLst>
              <a:gd name="adj" fmla="val 16667"/>
            </a:avLst>
          </a:prstGeom>
          <a:noFill/>
          <a:ln w="238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1" name="Google Shape;511;p30"/>
          <p:cNvSpPr txBox="1">
            <a:spLocks noGrp="1"/>
          </p:cNvSpPr>
          <p:nvPr>
            <p:ph type="body" idx="4"/>
          </p:nvPr>
        </p:nvSpPr>
        <p:spPr>
          <a:xfrm>
            <a:off x="454231" y="3868744"/>
            <a:ext cx="3611700" cy="2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/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/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/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12" name="Google Shape;512;p30"/>
          <p:cNvSpPr txBox="1">
            <a:spLocks noGrp="1"/>
          </p:cNvSpPr>
          <p:nvPr>
            <p:ph type="body" idx="5"/>
          </p:nvPr>
        </p:nvSpPr>
        <p:spPr>
          <a:xfrm>
            <a:off x="329269" y="1087041"/>
            <a:ext cx="4927500" cy="251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Quote – Photo">
  <p:cSld name="Quote – Photo">
    <p:bg>
      <p:bgPr>
        <a:solidFill>
          <a:schemeClr val="lt1"/>
        </a:solidFill>
        <a:effectLst/>
      </p:bgPr>
    </p:bg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4" name="Google Shape;514;p31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72852" y="0"/>
            <a:ext cx="776912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31"/>
          <p:cNvSpPr/>
          <p:nvPr/>
        </p:nvSpPr>
        <p:spPr>
          <a:xfrm>
            <a:off x="0" y="0"/>
            <a:ext cx="9139200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31"/>
          <p:cNvSpPr/>
          <p:nvPr/>
        </p:nvSpPr>
        <p:spPr>
          <a:xfrm>
            <a:off x="4859" y="0"/>
            <a:ext cx="7721500" cy="4530339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518" name="Google Shape;518;p31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519" name="Google Shape;519;p3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20" name="Google Shape;520;p3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21" name="Google Shape;521;p3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2" name="Google Shape;522;p3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5" name="Google Shape;525;p3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6" name="Google Shape;526;p3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9" name="Google Shape;529;p3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0" name="Google Shape;530;p3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31" name="Google Shape;531;p3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32" name="Google Shape;532;p3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3" name="Google Shape;533;p3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4" name="Google Shape;534;p3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7" name="Google Shape;537;p3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38" name="Google Shape;538;p3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39" name="Google Shape;539;p31"/>
          <p:cNvSpPr txBox="1">
            <a:spLocks noGrp="1"/>
          </p:cNvSpPr>
          <p:nvPr>
            <p:ph type="body" idx="1"/>
          </p:nvPr>
        </p:nvSpPr>
        <p:spPr>
          <a:xfrm>
            <a:off x="329270" y="1200150"/>
            <a:ext cx="3567300" cy="24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Char char="“"/>
              <a:defRPr sz="21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“"/>
              <a:defRPr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Char char="“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Arial"/>
              <a:buChar char="“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40" name="Google Shape;540;p31"/>
          <p:cNvSpPr txBox="1">
            <a:spLocks noGrp="1"/>
          </p:cNvSpPr>
          <p:nvPr>
            <p:ph type="body" idx="2"/>
          </p:nvPr>
        </p:nvSpPr>
        <p:spPr>
          <a:xfrm>
            <a:off x="459606" y="3799332"/>
            <a:ext cx="2694000" cy="50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541" name="Google Shape;541;p3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42" name="Google Shape;542;p31" descr="Looking up view of a tall building with glass window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72852" y="0"/>
            <a:ext cx="7769123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43" name="Google Shape;543;p31"/>
          <p:cNvSpPr/>
          <p:nvPr/>
        </p:nvSpPr>
        <p:spPr>
          <a:xfrm>
            <a:off x="0" y="0"/>
            <a:ext cx="9139200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35000">
                <a:srgbClr val="FFFFFF"/>
              </a:gs>
              <a:gs pos="59550">
                <a:srgbClr val="FFFFFF">
                  <a:alpha val="0"/>
                </a:srgbClr>
              </a:gs>
              <a:gs pos="78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4" name="Google Shape;544;p31"/>
          <p:cNvSpPr/>
          <p:nvPr/>
        </p:nvSpPr>
        <p:spPr>
          <a:xfrm>
            <a:off x="0" y="0"/>
            <a:ext cx="7721500" cy="4530339"/>
          </a:xfrm>
          <a:custGeom>
            <a:avLst/>
            <a:gdLst/>
            <a:ahLst/>
            <a:cxnLst/>
            <a:rect l="l" t="t" r="r" b="b"/>
            <a:pathLst>
              <a:path w="10295334" h="6040452" extrusionOk="0">
                <a:moveTo>
                  <a:pt x="10186830" y="0"/>
                </a:moveTo>
                <a:lnTo>
                  <a:pt x="10295334" y="0"/>
                </a:lnTo>
                <a:lnTo>
                  <a:pt x="4722761" y="5572574"/>
                </a:lnTo>
                <a:cubicBezTo>
                  <a:pt x="4423133" y="5872139"/>
                  <a:pt x="4016790" y="6040452"/>
                  <a:pt x="3593131" y="6040452"/>
                </a:cubicBezTo>
                <a:lnTo>
                  <a:pt x="0" y="6040452"/>
                </a:lnTo>
                <a:lnTo>
                  <a:pt x="0" y="5963772"/>
                </a:lnTo>
                <a:lnTo>
                  <a:pt x="3593131" y="5963772"/>
                </a:lnTo>
                <a:cubicBezTo>
                  <a:pt x="3793842" y="5963772"/>
                  <a:pt x="3989696" y="5924793"/>
                  <a:pt x="4175135" y="5847985"/>
                </a:cubicBezTo>
                <a:cubicBezTo>
                  <a:pt x="4360575" y="5771176"/>
                  <a:pt x="4526588" y="5660245"/>
                  <a:pt x="4668509" y="5518323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2000">
                <a:schemeClr val="accent3"/>
              </a:gs>
              <a:gs pos="85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5" name="Google Shape;545;p31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46" name="Google Shape;546;p31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47" name="Google Shape;547;p31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1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1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0" name="Google Shape;550;p31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1" name="Google Shape;551;p31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1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1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4" name="Google Shape;554;p31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5" name="Google Shape;555;p31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1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557" name="Google Shape;557;p31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558" name="Google Shape;558;p31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9" name="Google Shape;559;p31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1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1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2" name="Google Shape;562;p31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3" name="Google Shape;563;p31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1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565" name="Google Shape;565;p3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31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32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9" name="Google Shape;569;p3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">
  <p:cSld name="Two-Content Balanced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34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8" name="Google Shape;578;p34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79" name="Google Shape;579;p34"/>
          <p:cNvSpPr txBox="1">
            <a:spLocks noGrp="1"/>
          </p:cNvSpPr>
          <p:nvPr>
            <p:ph type="body" idx="2"/>
          </p:nvPr>
        </p:nvSpPr>
        <p:spPr>
          <a:xfrm>
            <a:off x="456129" y="1200150"/>
            <a:ext cx="3986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6pPr>
            <a:lvl7pPr marL="3200400" lvl="6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8pPr>
            <a:lvl9pPr marL="4114800" lvl="8" indent="-2794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34"/>
          <p:cNvSpPr txBox="1">
            <a:spLocks noGrp="1"/>
          </p:cNvSpPr>
          <p:nvPr>
            <p:ph type="body" idx="3"/>
          </p:nvPr>
        </p:nvSpPr>
        <p:spPr>
          <a:xfrm>
            <a:off x="4742200" y="1200150"/>
            <a:ext cx="3986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6pPr>
            <a:lvl7pPr marL="3200400" lvl="6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8pPr>
            <a:lvl9pPr marL="4114800" lvl="8" indent="-2794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800"/>
              <a:buChar char="-"/>
              <a:defRPr sz="9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1" name="Google Shape;581;p3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2" name="Google Shape;582;p3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Right">
  <p:cSld name="Two-Content Balanced Color on Right"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35"/>
          <p:cNvSpPr txBox="1">
            <a:spLocks noGrp="1"/>
          </p:cNvSpPr>
          <p:nvPr>
            <p:ph type="body" idx="1"/>
          </p:nvPr>
        </p:nvSpPr>
        <p:spPr>
          <a:xfrm>
            <a:off x="4743771" y="1200151"/>
            <a:ext cx="4400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3429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35"/>
          <p:cNvSpPr txBox="1">
            <a:spLocks noGrp="1"/>
          </p:cNvSpPr>
          <p:nvPr>
            <p:ph type="subTitle" idx="2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86" name="Google Shape;586;p35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7" name="Google Shape;587;p3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p35"/>
          <p:cNvSpPr txBox="1">
            <a:spLocks noGrp="1"/>
          </p:cNvSpPr>
          <p:nvPr>
            <p:ph type="body" idx="3"/>
          </p:nvPr>
        </p:nvSpPr>
        <p:spPr>
          <a:xfrm>
            <a:off x="0" y="1200151"/>
            <a:ext cx="44214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9" name="Google Shape;589;p3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-Content Balanced Color on Left">
  <p:cSld name="Two-Content Balanced Color on Left"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3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2" name="Google Shape;592;p3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593" name="Google Shape;593;p3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4" name="Google Shape;594;p36"/>
          <p:cNvSpPr txBox="1">
            <a:spLocks noGrp="1"/>
          </p:cNvSpPr>
          <p:nvPr>
            <p:ph type="body" idx="2"/>
          </p:nvPr>
        </p:nvSpPr>
        <p:spPr>
          <a:xfrm>
            <a:off x="4743771" y="1200151"/>
            <a:ext cx="44001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9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5" name="Google Shape;595;p36"/>
          <p:cNvSpPr txBox="1">
            <a:spLocks noGrp="1"/>
          </p:cNvSpPr>
          <p:nvPr>
            <p:ph type="body" idx="3"/>
          </p:nvPr>
        </p:nvSpPr>
        <p:spPr>
          <a:xfrm>
            <a:off x="0" y="1200151"/>
            <a:ext cx="44214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4458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900"/>
              <a:buChar char="-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6" name="Google Shape;596;p3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3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9" name="Google Shape;599;p3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00" name="Google Shape;600;p37"/>
          <p:cNvSpPr txBox="1">
            <a:spLocks noGrp="1"/>
          </p:cNvSpPr>
          <p:nvPr>
            <p:ph type="body" idx="2"/>
          </p:nvPr>
        </p:nvSpPr>
        <p:spPr>
          <a:xfrm>
            <a:off x="444765" y="1200152"/>
            <a:ext cx="39663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1" name="Google Shape;601;p37"/>
          <p:cNvSpPr/>
          <p:nvPr/>
        </p:nvSpPr>
        <p:spPr>
          <a:xfrm>
            <a:off x="444765" y="1863132"/>
            <a:ext cx="39663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p37"/>
          <p:cNvSpPr txBox="1">
            <a:spLocks noGrp="1"/>
          </p:cNvSpPr>
          <p:nvPr>
            <p:ph type="body" idx="3"/>
          </p:nvPr>
        </p:nvSpPr>
        <p:spPr>
          <a:xfrm>
            <a:off x="444765" y="1965765"/>
            <a:ext cx="3987900" cy="265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3" name="Google Shape;603;p37"/>
          <p:cNvSpPr txBox="1">
            <a:spLocks noGrp="1"/>
          </p:cNvSpPr>
          <p:nvPr>
            <p:ph type="body" idx="4"/>
          </p:nvPr>
        </p:nvSpPr>
        <p:spPr>
          <a:xfrm>
            <a:off x="4732777" y="1200152"/>
            <a:ext cx="3966300" cy="65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342950" bIns="68575" anchor="b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4" name="Google Shape;604;p37"/>
          <p:cNvSpPr/>
          <p:nvPr/>
        </p:nvSpPr>
        <p:spPr>
          <a:xfrm>
            <a:off x="4729137" y="1863132"/>
            <a:ext cx="39663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37"/>
          <p:cNvSpPr txBox="1">
            <a:spLocks noGrp="1"/>
          </p:cNvSpPr>
          <p:nvPr>
            <p:ph type="body" idx="5"/>
          </p:nvPr>
        </p:nvSpPr>
        <p:spPr>
          <a:xfrm>
            <a:off x="4732340" y="1965960"/>
            <a:ext cx="3966300" cy="268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•"/>
              <a:defRPr sz="12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06" name="Google Shape;606;p3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7" name="Google Shape;607;p37"/>
          <p:cNvSpPr/>
          <p:nvPr/>
        </p:nvSpPr>
        <p:spPr>
          <a:xfrm>
            <a:off x="444765" y="1863132"/>
            <a:ext cx="39663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37"/>
          <p:cNvSpPr/>
          <p:nvPr/>
        </p:nvSpPr>
        <p:spPr>
          <a:xfrm>
            <a:off x="4729137" y="1863132"/>
            <a:ext cx="39663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3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-Content Comparison">
  <p:cSld name="Three-Content Comparison"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38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12" name="Google Shape;612;p38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13" name="Google Shape;613;p38"/>
          <p:cNvSpPr txBox="1">
            <a:spLocks noGrp="1"/>
          </p:cNvSpPr>
          <p:nvPr>
            <p:ph type="body" idx="2"/>
          </p:nvPr>
        </p:nvSpPr>
        <p:spPr>
          <a:xfrm>
            <a:off x="444765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4" name="Google Shape;614;p38"/>
          <p:cNvSpPr/>
          <p:nvPr/>
        </p:nvSpPr>
        <p:spPr>
          <a:xfrm>
            <a:off x="444765" y="1882110"/>
            <a:ext cx="26961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5" name="Google Shape;615;p38"/>
          <p:cNvSpPr txBox="1">
            <a:spLocks noGrp="1"/>
          </p:cNvSpPr>
          <p:nvPr>
            <p:ph type="body" idx="3"/>
          </p:nvPr>
        </p:nvSpPr>
        <p:spPr>
          <a:xfrm>
            <a:off x="3224052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6" name="Google Shape;616;p38"/>
          <p:cNvSpPr txBox="1">
            <a:spLocks noGrp="1"/>
          </p:cNvSpPr>
          <p:nvPr>
            <p:ph type="body" idx="4"/>
          </p:nvPr>
        </p:nvSpPr>
        <p:spPr>
          <a:xfrm>
            <a:off x="6002958" y="1200150"/>
            <a:ext cx="26961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68575" rIns="137175" bIns="68575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lt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lt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lt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17" name="Google Shape;617;p38"/>
          <p:cNvSpPr/>
          <p:nvPr/>
        </p:nvSpPr>
        <p:spPr>
          <a:xfrm>
            <a:off x="6002958" y="1882110"/>
            <a:ext cx="26961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3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3224052" y="1882110"/>
            <a:ext cx="2696100" cy="34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38"/>
          <p:cNvSpPr txBox="1">
            <a:spLocks noGrp="1"/>
          </p:cNvSpPr>
          <p:nvPr>
            <p:ph type="body" idx="5"/>
          </p:nvPr>
        </p:nvSpPr>
        <p:spPr>
          <a:xfrm>
            <a:off x="444765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1" name="Google Shape;621;p38"/>
          <p:cNvSpPr txBox="1">
            <a:spLocks noGrp="1"/>
          </p:cNvSpPr>
          <p:nvPr>
            <p:ph type="body" idx="6"/>
          </p:nvPr>
        </p:nvSpPr>
        <p:spPr>
          <a:xfrm>
            <a:off x="3224052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2" name="Google Shape;622;p38"/>
          <p:cNvSpPr txBox="1">
            <a:spLocks noGrp="1"/>
          </p:cNvSpPr>
          <p:nvPr>
            <p:ph type="body" idx="7"/>
          </p:nvPr>
        </p:nvSpPr>
        <p:spPr>
          <a:xfrm>
            <a:off x="6002958" y="1987154"/>
            <a:ext cx="2696100" cy="264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1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–"/>
              <a:defRPr sz="800">
                <a:solidFill>
                  <a:schemeClr val="dk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23" name="Google Shape;623;p38"/>
          <p:cNvSpPr/>
          <p:nvPr/>
        </p:nvSpPr>
        <p:spPr>
          <a:xfrm>
            <a:off x="444765" y="1882110"/>
            <a:ext cx="2696100" cy="3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38"/>
          <p:cNvSpPr/>
          <p:nvPr/>
        </p:nvSpPr>
        <p:spPr>
          <a:xfrm>
            <a:off x="6002958" y="1882110"/>
            <a:ext cx="2696100" cy="34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3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38"/>
          <p:cNvSpPr/>
          <p:nvPr/>
        </p:nvSpPr>
        <p:spPr>
          <a:xfrm>
            <a:off x="3224052" y="1882110"/>
            <a:ext cx="2696100" cy="34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Left">
  <p:cSld name="Two Content Dynamic – Left"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39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9" name="Google Shape;629;p39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30" name="Google Shape;630;p39"/>
          <p:cNvSpPr/>
          <p:nvPr/>
        </p:nvSpPr>
        <p:spPr>
          <a:xfrm rot="10800000" flipH="1">
            <a:off x="0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39"/>
          <p:cNvSpPr txBox="1">
            <a:spLocks noGrp="1"/>
          </p:cNvSpPr>
          <p:nvPr>
            <p:ph type="body" idx="2"/>
          </p:nvPr>
        </p:nvSpPr>
        <p:spPr>
          <a:xfrm>
            <a:off x="0" y="1207148"/>
            <a:ext cx="2171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057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–"/>
              <a:defRPr sz="1100">
                <a:solidFill>
                  <a:schemeClr val="accent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•"/>
              <a:defRPr sz="900">
                <a:solidFill>
                  <a:schemeClr val="accent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32" name="Google Shape;632;p39"/>
          <p:cNvSpPr txBox="1">
            <a:spLocks noGrp="1"/>
          </p:cNvSpPr>
          <p:nvPr>
            <p:ph type="body" idx="3"/>
          </p:nvPr>
        </p:nvSpPr>
        <p:spPr>
          <a:xfrm>
            <a:off x="2514064" y="1207148"/>
            <a:ext cx="6173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95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33" name="Google Shape;633;p3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39"/>
          <p:cNvSpPr/>
          <p:nvPr/>
        </p:nvSpPr>
        <p:spPr>
          <a:xfrm rot="10800000" flipH="1">
            <a:off x="0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3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Dynamic – Right">
  <p:cSld name="Two Content Dynamic – Right"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40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8" name="Google Shape;638;p40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39" name="Google Shape;639;p4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40"/>
          <p:cNvSpPr/>
          <p:nvPr/>
        </p:nvSpPr>
        <p:spPr>
          <a:xfrm rot="10800000" flipH="1">
            <a:off x="6972925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40"/>
          <p:cNvSpPr txBox="1">
            <a:spLocks noGrp="1"/>
          </p:cNvSpPr>
          <p:nvPr>
            <p:ph type="body" idx="2"/>
          </p:nvPr>
        </p:nvSpPr>
        <p:spPr>
          <a:xfrm>
            <a:off x="6972925" y="1207148"/>
            <a:ext cx="2171100" cy="34290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205750" tIns="342950" rIns="342950" bIns="342950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•"/>
              <a:defRPr sz="1200">
                <a:solidFill>
                  <a:schemeClr val="accent2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–"/>
              <a:defRPr sz="1100">
                <a:solidFill>
                  <a:schemeClr val="accent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•"/>
              <a:defRPr sz="900">
                <a:solidFill>
                  <a:schemeClr val="accent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42" name="Google Shape;642;p40"/>
          <p:cNvSpPr txBox="1">
            <a:spLocks noGrp="1"/>
          </p:cNvSpPr>
          <p:nvPr>
            <p:ph type="body" idx="3"/>
          </p:nvPr>
        </p:nvSpPr>
        <p:spPr>
          <a:xfrm>
            <a:off x="0" y="1207148"/>
            <a:ext cx="6173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342950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​"/>
              <a:defRPr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>
                <a:solidFill>
                  <a:schemeClr val="dk1"/>
                </a:solidFill>
              </a:defRPr>
            </a:lvl2pPr>
            <a:lvl3pPr marL="137160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Char char="–"/>
              <a:defRPr>
                <a:solidFill>
                  <a:schemeClr val="dk1"/>
                </a:solidFill>
              </a:defRPr>
            </a:lvl3pPr>
            <a:lvl4pPr marL="182880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>
                <a:solidFill>
                  <a:schemeClr val="dk1"/>
                </a:solidFill>
              </a:defRPr>
            </a:lvl5pPr>
            <a:lvl6pPr marL="274320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-"/>
              <a:defRPr>
                <a:solidFill>
                  <a:schemeClr val="dk1"/>
                </a:solidFill>
              </a:defRPr>
            </a:lvl7pPr>
            <a:lvl8pPr marL="365760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>
                <a:solidFill>
                  <a:schemeClr val="dk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43" name="Google Shape;643;p4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4" name="Google Shape;644;p40"/>
          <p:cNvSpPr/>
          <p:nvPr/>
        </p:nvSpPr>
        <p:spPr>
          <a:xfrm rot="10800000" flipH="1">
            <a:off x="6972925" y="1164499"/>
            <a:ext cx="2171100" cy="41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Content on Right">
  <p:cSld name="Diagram with Content on Right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41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47" name="Google Shape;647;p41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648" name="Google Shape;648;p41"/>
          <p:cNvSpPr/>
          <p:nvPr/>
        </p:nvSpPr>
        <p:spPr>
          <a:xfrm rot="10800000" flipH="1">
            <a:off x="6286691" y="1192606"/>
            <a:ext cx="2857200" cy="61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9" name="Google Shape;649;p41"/>
          <p:cNvSpPr txBox="1">
            <a:spLocks noGrp="1"/>
          </p:cNvSpPr>
          <p:nvPr>
            <p:ph type="body" idx="2"/>
          </p:nvPr>
        </p:nvSpPr>
        <p:spPr>
          <a:xfrm>
            <a:off x="6286947" y="1200150"/>
            <a:ext cx="28572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42950" rIns="445850" bIns="34295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accent2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900"/>
              <a:buChar char="•"/>
              <a:defRPr sz="1100">
                <a:solidFill>
                  <a:schemeClr val="accent2"/>
                </a:solidFill>
              </a:defRPr>
            </a:lvl2pPr>
            <a:lvl3pPr marL="1371600" lvl="2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800"/>
              <a:buChar char="–"/>
              <a:defRPr sz="900">
                <a:solidFill>
                  <a:schemeClr val="accent2"/>
                </a:solidFill>
              </a:defRPr>
            </a:lvl3pPr>
            <a:lvl4pPr marL="1828800" lvl="3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4pPr>
            <a:lvl5pPr marL="2286000" lvl="4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–"/>
              <a:defRPr sz="800">
                <a:solidFill>
                  <a:schemeClr val="accent2"/>
                </a:solidFill>
              </a:defRPr>
            </a:lvl5pPr>
            <a:lvl6pPr marL="2743200" lvl="5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6pPr>
            <a:lvl7pPr marL="3200400" lvl="6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-"/>
              <a:defRPr sz="800">
                <a:solidFill>
                  <a:schemeClr val="accent2"/>
                </a:solidFill>
              </a:defRPr>
            </a:lvl7pPr>
            <a:lvl8pPr marL="3657600" lvl="7" indent="-2730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accent2"/>
              </a:buClr>
              <a:buSzPts val="700"/>
              <a:buChar char="•"/>
              <a:defRPr sz="800">
                <a:solidFill>
                  <a:schemeClr val="accent2"/>
                </a:solidFill>
              </a:defRPr>
            </a:lvl8pPr>
            <a:lvl9pPr marL="4114800" lvl="8" indent="-2730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accent2"/>
              </a:buClr>
              <a:buSzPts val="700"/>
              <a:buChar char="-"/>
              <a:defRPr sz="8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4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1" name="Google Shape;651;p41"/>
          <p:cNvSpPr txBox="1">
            <a:spLocks noGrp="1"/>
          </p:cNvSpPr>
          <p:nvPr>
            <p:ph type="body" idx="3"/>
          </p:nvPr>
        </p:nvSpPr>
        <p:spPr>
          <a:xfrm>
            <a:off x="456128" y="1200151"/>
            <a:ext cx="55503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1028875" rIns="342950" bIns="342950" anchor="t" anchorCtr="0">
            <a:noAutofit/>
          </a:bodyPr>
          <a:lstStyle>
            <a:lvl1pPr marL="457200" lvl="0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–"/>
              <a:defRPr sz="1100">
                <a:solidFill>
                  <a:schemeClr val="l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–"/>
              <a:defRPr sz="9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-"/>
              <a:defRPr sz="1100">
                <a:solidFill>
                  <a:schemeClr val="lt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lt1"/>
              </a:buClr>
              <a:buSzPts val="1200"/>
              <a:buChar char="-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41"/>
          <p:cNvSpPr/>
          <p:nvPr/>
        </p:nvSpPr>
        <p:spPr>
          <a:xfrm rot="10800000" flipH="1">
            <a:off x="6286691" y="1192606"/>
            <a:ext cx="2857200" cy="61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50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4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gram with Outcome, Benefit">
  <p:cSld name="Diagram with Outcome, Benefit"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42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56" name="Google Shape;656;p42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657" name="Google Shape;657;p42"/>
          <p:cNvCxnSpPr/>
          <p:nvPr/>
        </p:nvCxnSpPr>
        <p:spPr>
          <a:xfrm>
            <a:off x="6286947" y="120650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58" name="Google Shape;658;p42"/>
          <p:cNvSpPr txBox="1">
            <a:spLocks noGrp="1"/>
          </p:cNvSpPr>
          <p:nvPr>
            <p:ph type="body" idx="2"/>
          </p:nvPr>
        </p:nvSpPr>
        <p:spPr>
          <a:xfrm>
            <a:off x="6286947" y="1274766"/>
            <a:ext cx="24009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59" name="Google Shape;659;p42"/>
          <p:cNvSpPr txBox="1">
            <a:spLocks noGrp="1"/>
          </p:cNvSpPr>
          <p:nvPr>
            <p:ph type="body" idx="3"/>
          </p:nvPr>
        </p:nvSpPr>
        <p:spPr>
          <a:xfrm>
            <a:off x="6285756" y="1547286"/>
            <a:ext cx="24021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60" name="Google Shape;660;p42"/>
          <p:cNvCxnSpPr/>
          <p:nvPr/>
        </p:nvCxnSpPr>
        <p:spPr>
          <a:xfrm>
            <a:off x="6286947" y="290433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61" name="Google Shape;661;p42"/>
          <p:cNvSpPr txBox="1">
            <a:spLocks noGrp="1"/>
          </p:cNvSpPr>
          <p:nvPr>
            <p:ph type="body" idx="4"/>
          </p:nvPr>
        </p:nvSpPr>
        <p:spPr>
          <a:xfrm>
            <a:off x="6286947" y="2979352"/>
            <a:ext cx="2400900" cy="2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62" name="Google Shape;662;p42"/>
          <p:cNvSpPr txBox="1">
            <a:spLocks noGrp="1"/>
          </p:cNvSpPr>
          <p:nvPr>
            <p:ph type="body" idx="5"/>
          </p:nvPr>
        </p:nvSpPr>
        <p:spPr>
          <a:xfrm>
            <a:off x="6285756" y="3260928"/>
            <a:ext cx="24021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84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​"/>
              <a:defRPr sz="1200">
                <a:solidFill>
                  <a:schemeClr val="dk1"/>
                </a:solidFill>
              </a:defRPr>
            </a:lvl1pPr>
            <a:lvl2pPr marL="914400" lvl="1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•"/>
              <a:defRPr sz="11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1"/>
                </a:solidFill>
              </a:defRPr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63" name="Google Shape;663;p4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42"/>
          <p:cNvSpPr txBox="1">
            <a:spLocks noGrp="1"/>
          </p:cNvSpPr>
          <p:nvPr>
            <p:ph type="body" idx="6"/>
          </p:nvPr>
        </p:nvSpPr>
        <p:spPr>
          <a:xfrm>
            <a:off x="456128" y="1200151"/>
            <a:ext cx="55503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45850" tIns="1028875" rIns="342950" bIns="342950" anchor="t" anchorCtr="0">
            <a:noAutofit/>
          </a:bodyPr>
          <a:lstStyle>
            <a:lvl1pPr marL="457200" lvl="0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100"/>
              <a:buChar char="•"/>
              <a:defRPr sz="1200">
                <a:solidFill>
                  <a:schemeClr val="lt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–"/>
              <a:defRPr sz="1100">
                <a:solidFill>
                  <a:schemeClr val="lt1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–"/>
              <a:defRPr sz="9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200"/>
              <a:buChar char="•"/>
              <a:defRPr sz="1400">
                <a:solidFill>
                  <a:schemeClr val="lt1"/>
                </a:solidFill>
              </a:defRPr>
            </a:lvl6pPr>
            <a:lvl7pPr marL="320040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900"/>
              <a:buChar char="-"/>
              <a:defRPr sz="1100">
                <a:solidFill>
                  <a:schemeClr val="lt1"/>
                </a:solidFill>
              </a:defRPr>
            </a:lvl7pPr>
            <a:lvl8pPr marL="3657600" lvl="7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800"/>
              <a:buChar char="•"/>
              <a:defRPr sz="9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chemeClr val="lt1"/>
              </a:buClr>
              <a:buSzPts val="1200"/>
              <a:buChar char="-"/>
              <a:defRPr sz="1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665" name="Google Shape;665;p42"/>
          <p:cNvCxnSpPr/>
          <p:nvPr/>
        </p:nvCxnSpPr>
        <p:spPr>
          <a:xfrm>
            <a:off x="6286947" y="120650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666" name="Google Shape;666;p42"/>
          <p:cNvCxnSpPr/>
          <p:nvPr/>
        </p:nvCxnSpPr>
        <p:spPr>
          <a:xfrm>
            <a:off x="6286947" y="2904331"/>
            <a:ext cx="28572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67" name="Google Shape;667;p4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er Success">
  <p:cSld name="Customer Success"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43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0" name="Google Shape;670;p43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671" name="Google Shape;671;p43"/>
          <p:cNvCxnSpPr/>
          <p:nvPr/>
        </p:nvCxnSpPr>
        <p:spPr>
          <a:xfrm>
            <a:off x="457319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2" name="Google Shape;672;p43"/>
          <p:cNvSpPr txBox="1">
            <a:spLocks noGrp="1"/>
          </p:cNvSpPr>
          <p:nvPr>
            <p:ph type="body" idx="2"/>
          </p:nvPr>
        </p:nvSpPr>
        <p:spPr>
          <a:xfrm>
            <a:off x="458853" y="1425820"/>
            <a:ext cx="2402100" cy="91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3" name="Google Shape;673;p43"/>
          <p:cNvCxnSpPr/>
          <p:nvPr/>
        </p:nvCxnSpPr>
        <p:spPr>
          <a:xfrm>
            <a:off x="3309986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4" name="Google Shape;674;p43"/>
          <p:cNvSpPr txBox="1">
            <a:spLocks noGrp="1"/>
          </p:cNvSpPr>
          <p:nvPr>
            <p:ph type="body" idx="3"/>
          </p:nvPr>
        </p:nvSpPr>
        <p:spPr>
          <a:xfrm>
            <a:off x="3311520" y="1425821"/>
            <a:ext cx="2402100" cy="9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5" name="Google Shape;675;p43"/>
          <p:cNvCxnSpPr/>
          <p:nvPr/>
        </p:nvCxnSpPr>
        <p:spPr>
          <a:xfrm>
            <a:off x="457319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6" name="Google Shape;676;p43"/>
          <p:cNvSpPr txBox="1">
            <a:spLocks noGrp="1"/>
          </p:cNvSpPr>
          <p:nvPr>
            <p:ph type="body" idx="4"/>
          </p:nvPr>
        </p:nvSpPr>
        <p:spPr>
          <a:xfrm>
            <a:off x="458853" y="2770073"/>
            <a:ext cx="2402100" cy="83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7" name="Google Shape;677;p43"/>
          <p:cNvCxnSpPr/>
          <p:nvPr/>
        </p:nvCxnSpPr>
        <p:spPr>
          <a:xfrm>
            <a:off x="3309986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78" name="Google Shape;678;p43"/>
          <p:cNvSpPr txBox="1">
            <a:spLocks noGrp="1"/>
          </p:cNvSpPr>
          <p:nvPr>
            <p:ph type="body" idx="5"/>
          </p:nvPr>
        </p:nvSpPr>
        <p:spPr>
          <a:xfrm>
            <a:off x="3311520" y="2770073"/>
            <a:ext cx="2402100" cy="84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342950" anchor="t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2730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Char char="•"/>
              <a:defRPr sz="800">
                <a:solidFill>
                  <a:schemeClr val="dk1"/>
                </a:solidFill>
              </a:defRPr>
            </a:lvl2pPr>
            <a:lvl3pPr marL="1371600" lvl="2" indent="-28575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Char char="–"/>
              <a:defRPr sz="1100">
                <a:solidFill>
                  <a:schemeClr val="dk2"/>
                </a:solidFill>
              </a:defRPr>
            </a:lvl3pPr>
            <a:lvl4pPr marL="1828800" lvl="3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•"/>
              <a:defRPr sz="900">
                <a:solidFill>
                  <a:schemeClr val="dk2"/>
                </a:solidFill>
              </a:defRPr>
            </a:lvl4pPr>
            <a:lvl5pPr marL="2286000" lvl="4" indent="-2794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Char char="–"/>
              <a:defRPr sz="900">
                <a:solidFill>
                  <a:schemeClr val="dk2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79" name="Google Shape;679;p43"/>
          <p:cNvCxnSpPr/>
          <p:nvPr/>
        </p:nvCxnSpPr>
        <p:spPr>
          <a:xfrm>
            <a:off x="456673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80" name="Google Shape;680;p43"/>
          <p:cNvSpPr txBox="1">
            <a:spLocks noGrp="1"/>
          </p:cNvSpPr>
          <p:nvPr>
            <p:ph type="body" idx="6"/>
          </p:nvPr>
        </p:nvSpPr>
        <p:spPr>
          <a:xfrm>
            <a:off x="459940" y="3995502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1" name="Google Shape;681;p43"/>
          <p:cNvSpPr txBox="1">
            <a:spLocks noGrp="1"/>
          </p:cNvSpPr>
          <p:nvPr>
            <p:ph type="body" idx="7"/>
          </p:nvPr>
        </p:nvSpPr>
        <p:spPr>
          <a:xfrm>
            <a:off x="459940" y="4195218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2" name="Google Shape;682;p43"/>
          <p:cNvSpPr txBox="1">
            <a:spLocks noGrp="1"/>
          </p:cNvSpPr>
          <p:nvPr>
            <p:ph type="body" idx="8"/>
          </p:nvPr>
        </p:nvSpPr>
        <p:spPr>
          <a:xfrm>
            <a:off x="459940" y="4394933"/>
            <a:ext cx="24009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3" name="Google Shape;683;p43"/>
          <p:cNvSpPr txBox="1">
            <a:spLocks noGrp="1"/>
          </p:cNvSpPr>
          <p:nvPr>
            <p:ph type="body" idx="9"/>
          </p:nvPr>
        </p:nvSpPr>
        <p:spPr>
          <a:xfrm>
            <a:off x="3301452" y="3995502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4" name="Google Shape;684;p43"/>
          <p:cNvSpPr txBox="1">
            <a:spLocks noGrp="1"/>
          </p:cNvSpPr>
          <p:nvPr>
            <p:ph type="body" idx="13"/>
          </p:nvPr>
        </p:nvSpPr>
        <p:spPr>
          <a:xfrm>
            <a:off x="3301452" y="4195218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5" name="Google Shape;685;p43"/>
          <p:cNvSpPr txBox="1">
            <a:spLocks noGrp="1"/>
          </p:cNvSpPr>
          <p:nvPr>
            <p:ph type="body" idx="14"/>
          </p:nvPr>
        </p:nvSpPr>
        <p:spPr>
          <a:xfrm>
            <a:off x="3301452" y="4394933"/>
            <a:ext cx="2421000" cy="17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30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Char char="​"/>
              <a:defRPr sz="8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6" name="Google Shape;686;p43"/>
          <p:cNvSpPr>
            <a:spLocks noGrp="1"/>
          </p:cNvSpPr>
          <p:nvPr>
            <p:ph type="pic" idx="15"/>
          </p:nvPr>
        </p:nvSpPr>
        <p:spPr>
          <a:xfrm>
            <a:off x="6907773" y="1200150"/>
            <a:ext cx="1381500" cy="495300"/>
          </a:xfrm>
          <a:prstGeom prst="rect">
            <a:avLst/>
          </a:prstGeom>
          <a:noFill/>
          <a:ln>
            <a:noFill/>
          </a:ln>
        </p:spPr>
      </p:sp>
      <p:sp>
        <p:nvSpPr>
          <p:cNvPr id="687" name="Google Shape;687;p43"/>
          <p:cNvSpPr txBox="1">
            <a:spLocks noGrp="1"/>
          </p:cNvSpPr>
          <p:nvPr>
            <p:ph type="body" idx="16"/>
          </p:nvPr>
        </p:nvSpPr>
        <p:spPr>
          <a:xfrm>
            <a:off x="6383761" y="1760950"/>
            <a:ext cx="2405700" cy="1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2pPr>
            <a:lvl3pPr marL="1371600" lvl="2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8" name="Google Shape;688;p43"/>
          <p:cNvSpPr txBox="1">
            <a:spLocks noGrp="1"/>
          </p:cNvSpPr>
          <p:nvPr>
            <p:ph type="body" idx="17"/>
          </p:nvPr>
        </p:nvSpPr>
        <p:spPr>
          <a:xfrm>
            <a:off x="6383761" y="1985468"/>
            <a:ext cx="2405700" cy="18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2pPr>
            <a:lvl3pPr marL="1371600" lvl="2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89" name="Google Shape;689;p43"/>
          <p:cNvSpPr>
            <a:spLocks noGrp="1"/>
          </p:cNvSpPr>
          <p:nvPr>
            <p:ph type="pic" idx="18"/>
          </p:nvPr>
        </p:nvSpPr>
        <p:spPr>
          <a:xfrm>
            <a:off x="6388525" y="2228850"/>
            <a:ext cx="2396100" cy="1371600"/>
          </a:xfrm>
          <a:prstGeom prst="rect">
            <a:avLst/>
          </a:prstGeom>
          <a:noFill/>
          <a:ln>
            <a:noFill/>
          </a:ln>
        </p:spPr>
      </p:sp>
      <p:sp>
        <p:nvSpPr>
          <p:cNvPr id="690" name="Google Shape;690;p43"/>
          <p:cNvSpPr txBox="1">
            <a:spLocks noGrp="1"/>
          </p:cNvSpPr>
          <p:nvPr>
            <p:ph type="body" idx="19"/>
          </p:nvPr>
        </p:nvSpPr>
        <p:spPr>
          <a:xfrm>
            <a:off x="6388525" y="3766661"/>
            <a:ext cx="2400900" cy="8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8575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Char char="​"/>
              <a:defRPr sz="1100">
                <a:solidFill>
                  <a:schemeClr val="dk1"/>
                </a:solidFill>
              </a:defRPr>
            </a:lvl1pPr>
            <a:lvl2pPr marL="914400" lvl="1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dk1"/>
                </a:solidFill>
              </a:defRPr>
            </a:lvl2pPr>
            <a:lvl3pPr marL="1371600" lvl="2" indent="-2286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None/>
              <a:defRPr sz="900">
                <a:solidFill>
                  <a:schemeClr val="accent1"/>
                </a:solidFill>
              </a:defRPr>
            </a:lvl3pPr>
            <a:lvl4pPr marL="1828800" lvl="3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4pPr>
            <a:lvl5pPr marL="2286000" lvl="4" indent="-2794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800"/>
              <a:buFont typeface="Open Sans"/>
              <a:buChar char="​"/>
              <a:defRPr sz="900">
                <a:solidFill>
                  <a:schemeClr val="accent1"/>
                </a:solidFill>
              </a:defRPr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1" name="Google Shape;691;p4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2" name="Google Shape;692;p43"/>
          <p:cNvCxnSpPr/>
          <p:nvPr/>
        </p:nvCxnSpPr>
        <p:spPr>
          <a:xfrm>
            <a:off x="3309986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693" name="Google Shape;693;p43"/>
          <p:cNvSpPr txBox="1">
            <a:spLocks noGrp="1"/>
          </p:cNvSpPr>
          <p:nvPr>
            <p:ph type="body" idx="20"/>
          </p:nvPr>
        </p:nvSpPr>
        <p:spPr>
          <a:xfrm>
            <a:off x="456129" y="1164431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4" name="Google Shape;694;p43"/>
          <p:cNvSpPr txBox="1">
            <a:spLocks noGrp="1"/>
          </p:cNvSpPr>
          <p:nvPr>
            <p:ph type="body" idx="21"/>
          </p:nvPr>
        </p:nvSpPr>
        <p:spPr>
          <a:xfrm>
            <a:off x="3309609" y="1164431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5" name="Google Shape;695;p43"/>
          <p:cNvSpPr txBox="1">
            <a:spLocks noGrp="1"/>
          </p:cNvSpPr>
          <p:nvPr>
            <p:ph type="body" idx="22"/>
          </p:nvPr>
        </p:nvSpPr>
        <p:spPr>
          <a:xfrm>
            <a:off x="456129" y="2503886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6" name="Google Shape;696;p43"/>
          <p:cNvSpPr txBox="1">
            <a:spLocks noGrp="1"/>
          </p:cNvSpPr>
          <p:nvPr>
            <p:ph type="body" idx="23"/>
          </p:nvPr>
        </p:nvSpPr>
        <p:spPr>
          <a:xfrm>
            <a:off x="3321518" y="2503886"/>
            <a:ext cx="2402100" cy="1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3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7" name="Google Shape;697;p43"/>
          <p:cNvSpPr txBox="1">
            <a:spLocks noGrp="1"/>
          </p:cNvSpPr>
          <p:nvPr>
            <p:ph type="body" idx="24"/>
          </p:nvPr>
        </p:nvSpPr>
        <p:spPr>
          <a:xfrm>
            <a:off x="456129" y="3767138"/>
            <a:ext cx="2400900" cy="1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698" name="Google Shape;698;p43"/>
          <p:cNvSpPr txBox="1">
            <a:spLocks noGrp="1"/>
          </p:cNvSpPr>
          <p:nvPr>
            <p:ph type="body" idx="25"/>
          </p:nvPr>
        </p:nvSpPr>
        <p:spPr>
          <a:xfrm>
            <a:off x="3321518" y="3767138"/>
            <a:ext cx="2400900" cy="17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 cap="none">
                <a:solidFill>
                  <a:schemeClr val="accent4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699" name="Google Shape;699;p43"/>
          <p:cNvCxnSpPr/>
          <p:nvPr/>
        </p:nvCxnSpPr>
        <p:spPr>
          <a:xfrm>
            <a:off x="457319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0" name="Google Shape;700;p43"/>
          <p:cNvCxnSpPr/>
          <p:nvPr/>
        </p:nvCxnSpPr>
        <p:spPr>
          <a:xfrm>
            <a:off x="3309986" y="1164186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1" name="Google Shape;701;p43"/>
          <p:cNvCxnSpPr/>
          <p:nvPr/>
        </p:nvCxnSpPr>
        <p:spPr>
          <a:xfrm>
            <a:off x="457319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2" name="Google Shape;702;p43"/>
          <p:cNvCxnSpPr/>
          <p:nvPr/>
        </p:nvCxnSpPr>
        <p:spPr>
          <a:xfrm>
            <a:off x="3309986" y="2494029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03" name="Google Shape;703;p43"/>
          <p:cNvCxnSpPr/>
          <p:nvPr/>
        </p:nvCxnSpPr>
        <p:spPr>
          <a:xfrm>
            <a:off x="456673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04" name="Google Shape;704;p4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5" name="Google Shape;705;p43"/>
          <p:cNvCxnSpPr/>
          <p:nvPr/>
        </p:nvCxnSpPr>
        <p:spPr>
          <a:xfrm>
            <a:off x="3309986" y="3766661"/>
            <a:ext cx="2604300" cy="0"/>
          </a:xfrm>
          <a:prstGeom prst="straightConnector1">
            <a:avLst/>
          </a:prstGeom>
          <a:noFill/>
          <a:ln w="16675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Icon ">
  <p:cSld name="Three Icon "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44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8" name="Google Shape;708;p44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09" name="Google Shape;709;p44"/>
          <p:cNvSpPr/>
          <p:nvPr/>
        </p:nvSpPr>
        <p:spPr>
          <a:xfrm>
            <a:off x="148679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44"/>
          <p:cNvSpPr txBox="1">
            <a:spLocks noGrp="1"/>
          </p:cNvSpPr>
          <p:nvPr>
            <p:ph type="body" idx="2"/>
          </p:nvPr>
        </p:nvSpPr>
        <p:spPr>
          <a:xfrm>
            <a:off x="1641505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1" name="Google Shape;711;p44"/>
          <p:cNvSpPr txBox="1">
            <a:spLocks noGrp="1"/>
          </p:cNvSpPr>
          <p:nvPr>
            <p:ph type="body" idx="3"/>
          </p:nvPr>
        </p:nvSpPr>
        <p:spPr>
          <a:xfrm>
            <a:off x="1144727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2" name="Google Shape;712;p44"/>
          <p:cNvSpPr/>
          <p:nvPr/>
        </p:nvSpPr>
        <p:spPr>
          <a:xfrm>
            <a:off x="3889706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44"/>
          <p:cNvSpPr txBox="1">
            <a:spLocks noGrp="1"/>
          </p:cNvSpPr>
          <p:nvPr>
            <p:ph type="body" idx="4"/>
          </p:nvPr>
        </p:nvSpPr>
        <p:spPr>
          <a:xfrm>
            <a:off x="4057516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4" name="Google Shape;714;p44"/>
          <p:cNvSpPr txBox="1">
            <a:spLocks noGrp="1"/>
          </p:cNvSpPr>
          <p:nvPr>
            <p:ph type="body" idx="5"/>
          </p:nvPr>
        </p:nvSpPr>
        <p:spPr>
          <a:xfrm>
            <a:off x="3541841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5" name="Google Shape;715;p44"/>
          <p:cNvSpPr/>
          <p:nvPr/>
        </p:nvSpPr>
        <p:spPr>
          <a:xfrm>
            <a:off x="629361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44"/>
          <p:cNvSpPr txBox="1">
            <a:spLocks noGrp="1"/>
          </p:cNvSpPr>
          <p:nvPr>
            <p:ph type="body" idx="6"/>
          </p:nvPr>
        </p:nvSpPr>
        <p:spPr>
          <a:xfrm>
            <a:off x="5943958" y="3200955"/>
            <a:ext cx="20592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7" name="Google Shape;717;p44"/>
          <p:cNvSpPr txBox="1">
            <a:spLocks noGrp="1"/>
          </p:cNvSpPr>
          <p:nvPr>
            <p:ph type="body" idx="7"/>
          </p:nvPr>
        </p:nvSpPr>
        <p:spPr>
          <a:xfrm>
            <a:off x="6458441" y="1814738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18" name="Google Shape;718;p4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44"/>
          <p:cNvSpPr/>
          <p:nvPr/>
        </p:nvSpPr>
        <p:spPr>
          <a:xfrm>
            <a:off x="148679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44"/>
          <p:cNvSpPr/>
          <p:nvPr/>
        </p:nvSpPr>
        <p:spPr>
          <a:xfrm>
            <a:off x="3889706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44"/>
          <p:cNvSpPr/>
          <p:nvPr/>
        </p:nvSpPr>
        <p:spPr>
          <a:xfrm>
            <a:off x="6293615" y="1541572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4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Icon ">
  <p:cSld name="Four Icon "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5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5" name="Google Shape;725;p45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26" name="Google Shape;726;p45"/>
          <p:cNvSpPr/>
          <p:nvPr/>
        </p:nvSpPr>
        <p:spPr>
          <a:xfrm>
            <a:off x="799520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7" name="Google Shape;727;p45"/>
          <p:cNvSpPr txBox="1">
            <a:spLocks noGrp="1"/>
          </p:cNvSpPr>
          <p:nvPr>
            <p:ph type="body" idx="2"/>
          </p:nvPr>
        </p:nvSpPr>
        <p:spPr>
          <a:xfrm>
            <a:off x="955526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28" name="Google Shape;728;p45"/>
          <p:cNvSpPr txBox="1">
            <a:spLocks noGrp="1"/>
          </p:cNvSpPr>
          <p:nvPr>
            <p:ph type="body" idx="3"/>
          </p:nvPr>
        </p:nvSpPr>
        <p:spPr>
          <a:xfrm>
            <a:off x="632169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29" name="Google Shape;729;p45"/>
          <p:cNvSpPr/>
          <p:nvPr/>
        </p:nvSpPr>
        <p:spPr>
          <a:xfrm>
            <a:off x="2855943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0" name="Google Shape;730;p45"/>
          <p:cNvSpPr txBox="1">
            <a:spLocks noGrp="1"/>
          </p:cNvSpPr>
          <p:nvPr>
            <p:ph type="body" idx="4"/>
          </p:nvPr>
        </p:nvSpPr>
        <p:spPr>
          <a:xfrm>
            <a:off x="3001229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1" name="Google Shape;731;p45"/>
          <p:cNvSpPr txBox="1">
            <a:spLocks noGrp="1"/>
          </p:cNvSpPr>
          <p:nvPr>
            <p:ph type="body" idx="5"/>
          </p:nvPr>
        </p:nvSpPr>
        <p:spPr>
          <a:xfrm>
            <a:off x="2685559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2" name="Google Shape;732;p45"/>
          <p:cNvSpPr/>
          <p:nvPr/>
        </p:nvSpPr>
        <p:spPr>
          <a:xfrm>
            <a:off x="4922857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3" name="Google Shape;733;p45"/>
          <p:cNvSpPr txBox="1">
            <a:spLocks noGrp="1"/>
          </p:cNvSpPr>
          <p:nvPr>
            <p:ph type="body" idx="6"/>
          </p:nvPr>
        </p:nvSpPr>
        <p:spPr>
          <a:xfrm>
            <a:off x="5080413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4" name="Google Shape;734;p45"/>
          <p:cNvSpPr txBox="1">
            <a:spLocks noGrp="1"/>
          </p:cNvSpPr>
          <p:nvPr>
            <p:ph type="body" idx="7"/>
          </p:nvPr>
        </p:nvSpPr>
        <p:spPr>
          <a:xfrm>
            <a:off x="4743495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5" name="Google Shape;735;p45"/>
          <p:cNvSpPr/>
          <p:nvPr/>
        </p:nvSpPr>
        <p:spPr>
          <a:xfrm>
            <a:off x="6978416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6" name="Google Shape;736;p45"/>
          <p:cNvSpPr txBox="1">
            <a:spLocks noGrp="1"/>
          </p:cNvSpPr>
          <p:nvPr>
            <p:ph type="body" idx="8"/>
          </p:nvPr>
        </p:nvSpPr>
        <p:spPr>
          <a:xfrm>
            <a:off x="7155549" y="1818820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7" name="Google Shape;737;p45"/>
          <p:cNvSpPr txBox="1">
            <a:spLocks noGrp="1"/>
          </p:cNvSpPr>
          <p:nvPr>
            <p:ph type="body" idx="9"/>
          </p:nvPr>
        </p:nvSpPr>
        <p:spPr>
          <a:xfrm>
            <a:off x="6801431" y="3202131"/>
            <a:ext cx="17148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302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600"/>
              <a:buChar char="​"/>
              <a:defRPr sz="18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38" name="Google Shape;738;p4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45"/>
          <p:cNvSpPr/>
          <p:nvPr/>
        </p:nvSpPr>
        <p:spPr>
          <a:xfrm>
            <a:off x="799520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45"/>
          <p:cNvSpPr/>
          <p:nvPr/>
        </p:nvSpPr>
        <p:spPr>
          <a:xfrm>
            <a:off x="2855943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45"/>
          <p:cNvSpPr/>
          <p:nvPr/>
        </p:nvSpPr>
        <p:spPr>
          <a:xfrm>
            <a:off x="4922857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2" name="Google Shape;742;p45"/>
          <p:cNvSpPr/>
          <p:nvPr/>
        </p:nvSpPr>
        <p:spPr>
          <a:xfrm>
            <a:off x="6978416" y="1545654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3" name="Google Shape;743;p4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Icon ">
  <p:cSld name="Five Icon ">
    <p:spTree>
      <p:nvGrpSpPr>
        <p:cNvPr id="1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p4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46" name="Google Shape;746;p4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747" name="Google Shape;747;p46"/>
          <p:cNvSpPr/>
          <p:nvPr/>
        </p:nvSpPr>
        <p:spPr>
          <a:xfrm>
            <a:off x="45746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46"/>
          <p:cNvSpPr txBox="1">
            <a:spLocks noGrp="1"/>
          </p:cNvSpPr>
          <p:nvPr>
            <p:ph type="body" idx="2"/>
          </p:nvPr>
        </p:nvSpPr>
        <p:spPr>
          <a:xfrm>
            <a:off x="615572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4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49" name="Google Shape;749;p46"/>
          <p:cNvSpPr txBox="1">
            <a:spLocks noGrp="1"/>
          </p:cNvSpPr>
          <p:nvPr>
            <p:ph type="body" idx="3"/>
          </p:nvPr>
        </p:nvSpPr>
        <p:spPr>
          <a:xfrm>
            <a:off x="458257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4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0" name="Google Shape;750;p46"/>
          <p:cNvSpPr/>
          <p:nvPr/>
        </p:nvSpPr>
        <p:spPr>
          <a:xfrm>
            <a:off x="2169904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46"/>
          <p:cNvSpPr txBox="1">
            <a:spLocks noGrp="1"/>
          </p:cNvSpPr>
          <p:nvPr>
            <p:ph type="body" idx="4"/>
          </p:nvPr>
        </p:nvSpPr>
        <p:spPr>
          <a:xfrm>
            <a:off x="2333462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2" name="Google Shape;752;p46"/>
          <p:cNvSpPr txBox="1">
            <a:spLocks noGrp="1"/>
          </p:cNvSpPr>
          <p:nvPr>
            <p:ph type="body" idx="5"/>
          </p:nvPr>
        </p:nvSpPr>
        <p:spPr>
          <a:xfrm>
            <a:off x="2171075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3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3" name="Google Shape;753;p46"/>
          <p:cNvSpPr/>
          <p:nvPr/>
        </p:nvSpPr>
        <p:spPr>
          <a:xfrm>
            <a:off x="3902051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46"/>
          <p:cNvSpPr txBox="1">
            <a:spLocks noGrp="1"/>
          </p:cNvSpPr>
          <p:nvPr>
            <p:ph type="body" idx="6"/>
          </p:nvPr>
        </p:nvSpPr>
        <p:spPr>
          <a:xfrm>
            <a:off x="4060551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2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5" name="Google Shape;755;p46"/>
          <p:cNvSpPr txBox="1">
            <a:spLocks noGrp="1"/>
          </p:cNvSpPr>
          <p:nvPr>
            <p:ph type="body" idx="7"/>
          </p:nvPr>
        </p:nvSpPr>
        <p:spPr>
          <a:xfrm>
            <a:off x="3889833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2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6" name="Google Shape;756;p46"/>
          <p:cNvSpPr/>
          <p:nvPr/>
        </p:nvSpPr>
        <p:spPr>
          <a:xfrm>
            <a:off x="560014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46"/>
          <p:cNvSpPr txBox="1">
            <a:spLocks noGrp="1"/>
          </p:cNvSpPr>
          <p:nvPr>
            <p:ph type="body" idx="8"/>
          </p:nvPr>
        </p:nvSpPr>
        <p:spPr>
          <a:xfrm>
            <a:off x="5759310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5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8" name="Google Shape;758;p46"/>
          <p:cNvSpPr txBox="1">
            <a:spLocks noGrp="1"/>
          </p:cNvSpPr>
          <p:nvPr>
            <p:ph type="body" idx="9"/>
          </p:nvPr>
        </p:nvSpPr>
        <p:spPr>
          <a:xfrm>
            <a:off x="5603960" y="3212155"/>
            <a:ext cx="14211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5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59" name="Google Shape;759;p46"/>
          <p:cNvSpPr/>
          <p:nvPr/>
        </p:nvSpPr>
        <p:spPr>
          <a:xfrm>
            <a:off x="7310258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46"/>
          <p:cNvSpPr txBox="1">
            <a:spLocks noGrp="1"/>
          </p:cNvSpPr>
          <p:nvPr>
            <p:ph type="body" idx="13"/>
          </p:nvPr>
        </p:nvSpPr>
        <p:spPr>
          <a:xfrm>
            <a:off x="7487409" y="1821663"/>
            <a:ext cx="1047900" cy="8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rgbClr val="3B3B3B"/>
                </a:solidFill>
              </a:defRPr>
            </a:lvl1pPr>
            <a:lvl2pPr marL="914400" lvl="1" indent="-30480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Font typeface="Open Sans"/>
              <a:buChar char="​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61" name="Google Shape;761;p46"/>
          <p:cNvSpPr txBox="1">
            <a:spLocks noGrp="1"/>
          </p:cNvSpPr>
          <p:nvPr>
            <p:ph type="body" idx="14"/>
          </p:nvPr>
        </p:nvSpPr>
        <p:spPr>
          <a:xfrm>
            <a:off x="7315915" y="3212155"/>
            <a:ext cx="1371900" cy="109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rgbClr val="3B3B3B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62" name="Google Shape;762;p4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3" name="Google Shape;763;p46"/>
          <p:cNvSpPr/>
          <p:nvPr/>
        </p:nvSpPr>
        <p:spPr>
          <a:xfrm>
            <a:off x="45746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46"/>
          <p:cNvSpPr/>
          <p:nvPr/>
        </p:nvSpPr>
        <p:spPr>
          <a:xfrm>
            <a:off x="2169904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46"/>
          <p:cNvSpPr/>
          <p:nvPr/>
        </p:nvSpPr>
        <p:spPr>
          <a:xfrm>
            <a:off x="3902051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46"/>
          <p:cNvSpPr/>
          <p:nvPr/>
        </p:nvSpPr>
        <p:spPr>
          <a:xfrm>
            <a:off x="5600149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7" name="Google Shape;767;p46"/>
          <p:cNvSpPr/>
          <p:nvPr/>
        </p:nvSpPr>
        <p:spPr>
          <a:xfrm>
            <a:off x="7310258" y="1548497"/>
            <a:ext cx="1372200" cy="1371900"/>
          </a:xfrm>
          <a:prstGeom prst="ellipse">
            <a:avLst/>
          </a:prstGeom>
          <a:noFill/>
          <a:ln w="28575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4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Numbered ">
  <p:cSld name="Five Numbered 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47"/>
          <p:cNvSpPr/>
          <p:nvPr/>
        </p:nvSpPr>
        <p:spPr>
          <a:xfrm>
            <a:off x="217107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1" name="Google Shape;771;p47"/>
          <p:cNvSpPr/>
          <p:nvPr/>
        </p:nvSpPr>
        <p:spPr>
          <a:xfrm>
            <a:off x="3889833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2" name="Google Shape;772;p47"/>
          <p:cNvSpPr/>
          <p:nvPr/>
        </p:nvSpPr>
        <p:spPr>
          <a:xfrm>
            <a:off x="5603960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3" name="Google Shape;773;p47"/>
          <p:cNvSpPr/>
          <p:nvPr/>
        </p:nvSpPr>
        <p:spPr>
          <a:xfrm>
            <a:off x="731591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47"/>
          <p:cNvSpPr/>
          <p:nvPr/>
        </p:nvSpPr>
        <p:spPr>
          <a:xfrm>
            <a:off x="458258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5" name="Google Shape;775;p47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6" name="Google Shape;776;p47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cxnSp>
        <p:nvCxnSpPr>
          <p:cNvPr id="777" name="Google Shape;777;p47"/>
          <p:cNvCxnSpPr/>
          <p:nvPr/>
        </p:nvCxnSpPr>
        <p:spPr>
          <a:xfrm>
            <a:off x="458257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78" name="Google Shape;778;p47"/>
          <p:cNvSpPr txBox="1">
            <a:spLocks noGrp="1"/>
          </p:cNvSpPr>
          <p:nvPr>
            <p:ph type="body" idx="2"/>
          </p:nvPr>
        </p:nvSpPr>
        <p:spPr>
          <a:xfrm>
            <a:off x="458258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4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79" name="Google Shape;779;p47"/>
          <p:cNvCxnSpPr/>
          <p:nvPr/>
        </p:nvCxnSpPr>
        <p:spPr>
          <a:xfrm>
            <a:off x="217107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0" name="Google Shape;780;p47"/>
          <p:cNvSpPr txBox="1">
            <a:spLocks noGrp="1"/>
          </p:cNvSpPr>
          <p:nvPr>
            <p:ph type="body" idx="3"/>
          </p:nvPr>
        </p:nvSpPr>
        <p:spPr>
          <a:xfrm>
            <a:off x="2171075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3175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Char char="​"/>
              <a:defRPr sz="1500">
                <a:solidFill>
                  <a:schemeClr val="accent3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1" name="Google Shape;781;p47"/>
          <p:cNvCxnSpPr/>
          <p:nvPr/>
        </p:nvCxnSpPr>
        <p:spPr>
          <a:xfrm>
            <a:off x="3889833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2" name="Google Shape;782;p47"/>
          <p:cNvSpPr txBox="1">
            <a:spLocks noGrp="1"/>
          </p:cNvSpPr>
          <p:nvPr>
            <p:ph type="body" idx="4"/>
          </p:nvPr>
        </p:nvSpPr>
        <p:spPr>
          <a:xfrm>
            <a:off x="3889833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2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3" name="Google Shape;783;p47"/>
          <p:cNvCxnSpPr/>
          <p:nvPr/>
        </p:nvCxnSpPr>
        <p:spPr>
          <a:xfrm>
            <a:off x="5603960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4" name="Google Shape;784;p47"/>
          <p:cNvSpPr txBox="1">
            <a:spLocks noGrp="1"/>
          </p:cNvSpPr>
          <p:nvPr>
            <p:ph type="body" idx="5"/>
          </p:nvPr>
        </p:nvSpPr>
        <p:spPr>
          <a:xfrm>
            <a:off x="5603960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accent5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785" name="Google Shape;785;p47"/>
          <p:cNvCxnSpPr/>
          <p:nvPr/>
        </p:nvCxnSpPr>
        <p:spPr>
          <a:xfrm>
            <a:off x="731591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rgbClr val="53565A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786" name="Google Shape;786;p47"/>
          <p:cNvSpPr txBox="1">
            <a:spLocks noGrp="1"/>
          </p:cNvSpPr>
          <p:nvPr>
            <p:ph type="body" idx="6"/>
          </p:nvPr>
        </p:nvSpPr>
        <p:spPr>
          <a:xfrm>
            <a:off x="7315915" y="1896806"/>
            <a:ext cx="1371900" cy="21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75" tIns="411550" rIns="137175" bIns="137175" anchor="t" anchorCtr="0">
            <a:noAutofit/>
          </a:bodyPr>
          <a:lstStyle>
            <a:lvl1pPr marL="457200" lvl="0" indent="-228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sz="1500">
                <a:solidFill>
                  <a:srgbClr val="3B3B3B"/>
                </a:solidFill>
              </a:defRPr>
            </a:lvl1pPr>
            <a:lvl2pPr marL="914400" lvl="1" indent="-2984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Font typeface="Open Sans"/>
              <a:buChar char="​"/>
              <a:def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787" name="Google Shape;787;p4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47"/>
          <p:cNvSpPr/>
          <p:nvPr/>
        </p:nvSpPr>
        <p:spPr>
          <a:xfrm>
            <a:off x="848476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789" name="Google Shape;789;p47"/>
          <p:cNvSpPr/>
          <p:nvPr/>
        </p:nvSpPr>
        <p:spPr>
          <a:xfrm>
            <a:off x="2561295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790" name="Google Shape;790;p47"/>
          <p:cNvSpPr/>
          <p:nvPr/>
        </p:nvSpPr>
        <p:spPr>
          <a:xfrm>
            <a:off x="4280052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791" name="Google Shape;791;p47"/>
          <p:cNvSpPr/>
          <p:nvPr/>
        </p:nvSpPr>
        <p:spPr>
          <a:xfrm>
            <a:off x="5994179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792" name="Google Shape;792;p47"/>
          <p:cNvSpPr/>
          <p:nvPr/>
        </p:nvSpPr>
        <p:spPr>
          <a:xfrm>
            <a:off x="7706134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  <p:sp>
        <p:nvSpPr>
          <p:cNvPr id="793" name="Google Shape;793;p47"/>
          <p:cNvSpPr/>
          <p:nvPr/>
        </p:nvSpPr>
        <p:spPr>
          <a:xfrm>
            <a:off x="217107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47"/>
          <p:cNvSpPr/>
          <p:nvPr/>
        </p:nvSpPr>
        <p:spPr>
          <a:xfrm>
            <a:off x="3889833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47"/>
          <p:cNvSpPr/>
          <p:nvPr/>
        </p:nvSpPr>
        <p:spPr>
          <a:xfrm>
            <a:off x="5603960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6" name="Google Shape;796;p47"/>
          <p:cNvSpPr/>
          <p:nvPr/>
        </p:nvSpPr>
        <p:spPr>
          <a:xfrm>
            <a:off x="7315915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47"/>
          <p:cNvSpPr/>
          <p:nvPr/>
        </p:nvSpPr>
        <p:spPr>
          <a:xfrm>
            <a:off x="458258" y="1896806"/>
            <a:ext cx="1371900" cy="21534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98" name="Google Shape;798;p47"/>
          <p:cNvCxnSpPr/>
          <p:nvPr/>
        </p:nvCxnSpPr>
        <p:spPr>
          <a:xfrm>
            <a:off x="458257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799" name="Google Shape;799;p47"/>
          <p:cNvCxnSpPr/>
          <p:nvPr/>
        </p:nvCxnSpPr>
        <p:spPr>
          <a:xfrm>
            <a:off x="217107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0" name="Google Shape;800;p47"/>
          <p:cNvCxnSpPr/>
          <p:nvPr/>
        </p:nvCxnSpPr>
        <p:spPr>
          <a:xfrm>
            <a:off x="3889833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1" name="Google Shape;801;p47"/>
          <p:cNvCxnSpPr/>
          <p:nvPr/>
        </p:nvCxnSpPr>
        <p:spPr>
          <a:xfrm>
            <a:off x="5603960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02" name="Google Shape;802;p47"/>
          <p:cNvCxnSpPr/>
          <p:nvPr/>
        </p:nvCxnSpPr>
        <p:spPr>
          <a:xfrm>
            <a:off x="7315915" y="1884348"/>
            <a:ext cx="1371900" cy="0"/>
          </a:xfrm>
          <a:prstGeom prst="straightConnector1">
            <a:avLst/>
          </a:prstGeom>
          <a:noFill/>
          <a:ln w="19050" cap="flat" cmpd="sng">
            <a:solidFill>
              <a:srgbClr val="53565A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03" name="Google Shape;803;p4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4" name="Google Shape;804;p47"/>
          <p:cNvSpPr/>
          <p:nvPr/>
        </p:nvSpPr>
        <p:spPr>
          <a:xfrm>
            <a:off x="848476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4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100"/>
          </a:p>
        </p:txBody>
      </p:sp>
      <p:sp>
        <p:nvSpPr>
          <p:cNvPr id="805" name="Google Shape;805;p47"/>
          <p:cNvSpPr/>
          <p:nvPr/>
        </p:nvSpPr>
        <p:spPr>
          <a:xfrm>
            <a:off x="2561295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100"/>
          </a:p>
        </p:txBody>
      </p:sp>
      <p:sp>
        <p:nvSpPr>
          <p:cNvPr id="806" name="Google Shape;806;p47"/>
          <p:cNvSpPr/>
          <p:nvPr/>
        </p:nvSpPr>
        <p:spPr>
          <a:xfrm>
            <a:off x="4280052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100"/>
          </a:p>
        </p:txBody>
      </p:sp>
      <p:sp>
        <p:nvSpPr>
          <p:cNvPr id="807" name="Google Shape;807;p47"/>
          <p:cNvSpPr/>
          <p:nvPr/>
        </p:nvSpPr>
        <p:spPr>
          <a:xfrm>
            <a:off x="5994179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accent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100"/>
          </a:p>
        </p:txBody>
      </p:sp>
      <p:sp>
        <p:nvSpPr>
          <p:cNvPr id="808" name="Google Shape;808;p47"/>
          <p:cNvSpPr/>
          <p:nvPr/>
        </p:nvSpPr>
        <p:spPr>
          <a:xfrm>
            <a:off x="7706134" y="1588666"/>
            <a:ext cx="591600" cy="591300"/>
          </a:xfrm>
          <a:prstGeom prst="ellipse">
            <a:avLst/>
          </a:prstGeom>
          <a:solidFill>
            <a:schemeClr val="lt1"/>
          </a:solidFill>
          <a:ln w="19050" cap="flat" cmpd="sng">
            <a:solidFill>
              <a:srgbClr val="5356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3B3B3B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art">
  <p:cSld name="Chart">
    <p:spTree>
      <p:nvGrpSpPr>
        <p:cNvPr id="1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p48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  <a:defRPr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1" name="Google Shape;811;p48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242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12" name="Google Shape;812;p48" descr="Row 1 label"/>
          <p:cNvSpPr txBox="1">
            <a:spLocks noGrp="1"/>
          </p:cNvSpPr>
          <p:nvPr>
            <p:ph type="body" idx="2"/>
          </p:nvPr>
        </p:nvSpPr>
        <p:spPr>
          <a:xfrm>
            <a:off x="203651" y="1160092"/>
            <a:ext cx="431100" cy="329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13" name="Google Shape;813;p48" descr="Row 1 text box is a long horizontal box the width of the slide acting as a header. "/>
          <p:cNvSpPr txBox="1">
            <a:spLocks noGrp="1"/>
          </p:cNvSpPr>
          <p:nvPr>
            <p:ph type="body" idx="3"/>
          </p:nvPr>
        </p:nvSpPr>
        <p:spPr>
          <a:xfrm>
            <a:off x="775732" y="1171276"/>
            <a:ext cx="7975500" cy="3222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100"/>
              <a:buNone/>
              <a:defRPr sz="12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14" name="Google Shape;814;p48" descr="Row 2 label; this row shows 4 content boxes labeled A through D, each is a different color and holds text."/>
          <p:cNvSpPr txBox="1">
            <a:spLocks noGrp="1"/>
          </p:cNvSpPr>
          <p:nvPr>
            <p:ph type="body" idx="4"/>
          </p:nvPr>
        </p:nvSpPr>
        <p:spPr>
          <a:xfrm>
            <a:off x="214368" y="2478581"/>
            <a:ext cx="420300" cy="49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5" name="Google Shape;815;p48"/>
          <p:cNvCxnSpPr/>
          <p:nvPr/>
        </p:nvCxnSpPr>
        <p:spPr>
          <a:xfrm>
            <a:off x="820021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16" name="Google Shape;816;p48" descr="Row 2, box 1: text in plum"/>
          <p:cNvSpPr txBox="1">
            <a:spLocks noGrp="1"/>
          </p:cNvSpPr>
          <p:nvPr>
            <p:ph type="body" idx="5"/>
          </p:nvPr>
        </p:nvSpPr>
        <p:spPr>
          <a:xfrm>
            <a:off x="827021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4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7" name="Google Shape;817;p48"/>
          <p:cNvCxnSpPr/>
          <p:nvPr/>
        </p:nvCxnSpPr>
        <p:spPr>
          <a:xfrm>
            <a:off x="2854562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18" name="Google Shape;818;p48" descr="Row 2, box 3: text in indigo"/>
          <p:cNvSpPr txBox="1">
            <a:spLocks noGrp="1"/>
          </p:cNvSpPr>
          <p:nvPr>
            <p:ph type="body" idx="6"/>
          </p:nvPr>
        </p:nvSpPr>
        <p:spPr>
          <a:xfrm>
            <a:off x="2862806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3048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Char char="​"/>
              <a:defRPr sz="1400">
                <a:solidFill>
                  <a:schemeClr val="accent3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19" name="Google Shape;819;p48"/>
          <p:cNvCxnSpPr/>
          <p:nvPr/>
        </p:nvCxnSpPr>
        <p:spPr>
          <a:xfrm>
            <a:off x="4889104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20" name="Google Shape;820;p48" descr="Row 2, box 2: text in ocean"/>
          <p:cNvSpPr txBox="1">
            <a:spLocks noGrp="1"/>
          </p:cNvSpPr>
          <p:nvPr>
            <p:ph type="body" idx="7"/>
          </p:nvPr>
        </p:nvSpPr>
        <p:spPr>
          <a:xfrm>
            <a:off x="4898592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2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cxnSp>
        <p:nvCxnSpPr>
          <p:cNvPr id="821" name="Google Shape;821;p48"/>
          <p:cNvCxnSpPr/>
          <p:nvPr/>
        </p:nvCxnSpPr>
        <p:spPr>
          <a:xfrm>
            <a:off x="6923645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22" name="Google Shape;822;p48" descr="Row 2, box 4: text in dark green"/>
          <p:cNvSpPr txBox="1">
            <a:spLocks noGrp="1"/>
          </p:cNvSpPr>
          <p:nvPr>
            <p:ph type="body" idx="8"/>
          </p:nvPr>
        </p:nvSpPr>
        <p:spPr>
          <a:xfrm>
            <a:off x="6934377" y="2024875"/>
            <a:ext cx="1845000" cy="14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7435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accent5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3" name="Google Shape;823;p48" descr="Row 3 label: this row shows six, small content boxes in a horiztonal row"/>
          <p:cNvSpPr txBox="1">
            <a:spLocks noGrp="1"/>
          </p:cNvSpPr>
          <p:nvPr>
            <p:ph type="body" idx="9"/>
          </p:nvPr>
        </p:nvSpPr>
        <p:spPr>
          <a:xfrm>
            <a:off x="225087" y="3799141"/>
            <a:ext cx="409500" cy="49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68575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700"/>
              <a:buNone/>
              <a:defRPr sz="800">
                <a:solidFill>
                  <a:schemeClr val="dk1"/>
                </a:solidFill>
              </a:defRPr>
            </a:lvl1pPr>
            <a:lvl2pPr marL="914400" lvl="1" indent="-2857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900"/>
              <a:buFont typeface="Open Sans"/>
              <a:buChar char="​"/>
              <a:defRPr sz="1100"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4" name="Google Shape;824;p48" descr="Row 3, text box 1"/>
          <p:cNvSpPr txBox="1">
            <a:spLocks noGrp="1"/>
          </p:cNvSpPr>
          <p:nvPr>
            <p:ph type="body" idx="13"/>
          </p:nvPr>
        </p:nvSpPr>
        <p:spPr>
          <a:xfrm>
            <a:off x="836506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5" name="Google Shape;825;p48" descr="Row 3, text box 2"/>
          <p:cNvSpPr txBox="1">
            <a:spLocks noGrp="1"/>
          </p:cNvSpPr>
          <p:nvPr>
            <p:ph type="body" idx="14"/>
          </p:nvPr>
        </p:nvSpPr>
        <p:spPr>
          <a:xfrm>
            <a:off x="2165298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6" name="Google Shape;826;p48" descr="Row 3, text box 3"/>
          <p:cNvSpPr txBox="1">
            <a:spLocks noGrp="1"/>
          </p:cNvSpPr>
          <p:nvPr>
            <p:ph type="body" idx="15"/>
          </p:nvPr>
        </p:nvSpPr>
        <p:spPr>
          <a:xfrm>
            <a:off x="3494090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7" name="Google Shape;827;p48" descr="Row 3, text box 4"/>
          <p:cNvSpPr txBox="1">
            <a:spLocks noGrp="1"/>
          </p:cNvSpPr>
          <p:nvPr>
            <p:ph type="body" idx="16"/>
          </p:nvPr>
        </p:nvSpPr>
        <p:spPr>
          <a:xfrm>
            <a:off x="4822881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8" name="Google Shape;828;p48" descr="Row 3, text box 5"/>
          <p:cNvSpPr txBox="1">
            <a:spLocks noGrp="1"/>
          </p:cNvSpPr>
          <p:nvPr>
            <p:ph type="body" idx="17"/>
          </p:nvPr>
        </p:nvSpPr>
        <p:spPr>
          <a:xfrm>
            <a:off x="6151673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29" name="Google Shape;829;p48" descr="Row 3, text box 6"/>
          <p:cNvSpPr txBox="1">
            <a:spLocks noGrp="1"/>
          </p:cNvSpPr>
          <p:nvPr>
            <p:ph type="body" idx="18"/>
          </p:nvPr>
        </p:nvSpPr>
        <p:spPr>
          <a:xfrm>
            <a:off x="7480464" y="3717421"/>
            <a:ext cx="1285500" cy="686400"/>
          </a:xfrm>
          <a:prstGeom prst="rect">
            <a:avLst/>
          </a:prstGeom>
          <a:solidFill>
            <a:srgbClr val="F4F8FA"/>
          </a:solidFill>
          <a:ln w="9525" cap="flat" cmpd="sng">
            <a:solidFill>
              <a:schemeClr val="accent3">
                <a:alpha val="25099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137175" rIns="0" bIns="0" anchor="t" anchorCtr="0">
            <a:noAutofit/>
          </a:bodyPr>
          <a:lstStyle>
            <a:lvl1pPr marL="457200" lvl="0" indent="-279400"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273050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700"/>
              <a:buFont typeface="Open Sans"/>
              <a:buChar char="​"/>
              <a:defRPr sz="800">
                <a:solidFill>
                  <a:schemeClr val="dk1"/>
                </a:solidFill>
              </a:defRPr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30" name="Google Shape;830;p4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31" name="Google Shape;831;p48"/>
          <p:cNvCxnSpPr/>
          <p:nvPr/>
        </p:nvCxnSpPr>
        <p:spPr>
          <a:xfrm>
            <a:off x="820021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4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2" name="Google Shape;832;p48"/>
          <p:cNvCxnSpPr/>
          <p:nvPr/>
        </p:nvCxnSpPr>
        <p:spPr>
          <a:xfrm>
            <a:off x="2854562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3" name="Google Shape;833;p48"/>
          <p:cNvCxnSpPr/>
          <p:nvPr/>
        </p:nvCxnSpPr>
        <p:spPr>
          <a:xfrm>
            <a:off x="4889104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834" name="Google Shape;834;p48"/>
          <p:cNvCxnSpPr/>
          <p:nvPr/>
        </p:nvCxnSpPr>
        <p:spPr>
          <a:xfrm>
            <a:off x="6923645" y="2010104"/>
            <a:ext cx="1845000" cy="0"/>
          </a:xfrm>
          <a:prstGeom prst="straightConnector1">
            <a:avLst/>
          </a:prstGeom>
          <a:noFill/>
          <a:ln w="19050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cxnSp>
      <p:sp>
        <p:nvSpPr>
          <p:cNvPr id="835" name="Google Shape;835;p48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Leaf">
  <p:cSld name="Big Statement - Leaf">
    <p:spTree>
      <p:nvGrpSpPr>
        <p:cNvPr id="1" name="Shape 8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7" name="Google Shape;837;p49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38" name="Google Shape;838;p49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49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rgbClr val="61A30E"/>
                </a:gs>
                <a:gs pos="5000">
                  <a:srgbClr val="61A30E"/>
                </a:gs>
                <a:gs pos="80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0" name="Google Shape;840;p49"/>
          <p:cNvSpPr txBox="1">
            <a:spLocks noGrp="1"/>
          </p:cNvSpPr>
          <p:nvPr>
            <p:ph type="body" idx="1"/>
          </p:nvPr>
        </p:nvSpPr>
        <p:spPr>
          <a:xfrm>
            <a:off x="439972" y="1675253"/>
            <a:ext cx="4890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41" name="Google Shape;841;p4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49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Aqua">
  <p:cSld name="Big Statement - Aqua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4" name="Google Shape;844;p50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45" name="Google Shape;845;p50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50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21000">
                  <a:schemeClr val="accent2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47" name="Google Shape;847;p50"/>
          <p:cNvSpPr txBox="1">
            <a:spLocks noGrp="1"/>
          </p:cNvSpPr>
          <p:nvPr>
            <p:ph type="body" idx="1"/>
          </p:nvPr>
        </p:nvSpPr>
        <p:spPr>
          <a:xfrm>
            <a:off x="435242" y="1675253"/>
            <a:ext cx="48954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48" name="Google Shape;848;p5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50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- Plum">
  <p:cSld name="Big Statement - Plum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1" name="Google Shape;851;p51"/>
          <p:cNvGrpSpPr/>
          <p:nvPr/>
        </p:nvGrpSpPr>
        <p:grpSpPr>
          <a:xfrm>
            <a:off x="3834825" y="1056478"/>
            <a:ext cx="5309231" cy="3415310"/>
            <a:chOff x="5111737" y="1408637"/>
            <a:chExt cx="7077088" cy="4553747"/>
          </a:xfrm>
        </p:grpSpPr>
        <p:sp>
          <p:nvSpPr>
            <p:cNvPr id="852" name="Google Shape;852;p51"/>
            <p:cNvSpPr/>
            <p:nvPr/>
          </p:nvSpPr>
          <p:spPr>
            <a:xfrm>
              <a:off x="9152842" y="1408637"/>
              <a:ext cx="3035983" cy="3162295"/>
            </a:xfrm>
            <a:custGeom>
              <a:avLst/>
              <a:gdLst/>
              <a:ahLst/>
              <a:cxnLst/>
              <a:rect l="l" t="t" r="r" b="b"/>
              <a:pathLst>
                <a:path w="3035983" h="3162295" extrusionOk="0">
                  <a:moveTo>
                    <a:pt x="3035983" y="0"/>
                  </a:moveTo>
                  <a:lnTo>
                    <a:pt x="3035983" y="1627776"/>
                  </a:lnTo>
                  <a:lnTo>
                    <a:pt x="1779818" y="2883941"/>
                  </a:lnTo>
                  <a:cubicBezTo>
                    <a:pt x="1601578" y="3062182"/>
                    <a:pt x="1359848" y="3162295"/>
                    <a:pt x="1107726" y="3162295"/>
                  </a:cubicBezTo>
                  <a:lnTo>
                    <a:pt x="95248" y="3162295"/>
                  </a:lnTo>
                  <a:cubicBezTo>
                    <a:pt x="10595" y="3162295"/>
                    <a:pt x="-31858" y="3059901"/>
                    <a:pt x="28020" y="3000022"/>
                  </a:cubicBezTo>
                  <a:lnTo>
                    <a:pt x="2991889" y="361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6000">
                  <a:schemeClr val="accent5"/>
                </a:gs>
                <a:gs pos="7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51"/>
            <p:cNvSpPr/>
            <p:nvPr/>
          </p:nvSpPr>
          <p:spPr>
            <a:xfrm>
              <a:off x="5111737" y="2041036"/>
              <a:ext cx="5910657" cy="3921348"/>
            </a:xfrm>
            <a:custGeom>
              <a:avLst/>
              <a:gdLst/>
              <a:ahLst/>
              <a:cxnLst/>
              <a:rect l="l" t="t" r="r" b="b"/>
              <a:pathLst>
                <a:path w="5910657" h="3921348" extrusionOk="0">
                  <a:moveTo>
                    <a:pt x="1729824" y="3921349"/>
                  </a:moveTo>
                  <a:lnTo>
                    <a:pt x="95248" y="3921349"/>
                  </a:lnTo>
                  <a:cubicBezTo>
                    <a:pt x="10595" y="3921349"/>
                    <a:pt x="-31858" y="3818954"/>
                    <a:pt x="28020" y="3759076"/>
                  </a:cubicBezTo>
                  <a:lnTo>
                    <a:pt x="3508742" y="278354"/>
                  </a:lnTo>
                  <a:cubicBezTo>
                    <a:pt x="3686982" y="100114"/>
                    <a:pt x="3928712" y="0"/>
                    <a:pt x="4180834" y="0"/>
                  </a:cubicBezTo>
                  <a:lnTo>
                    <a:pt x="5815410" y="0"/>
                  </a:lnTo>
                  <a:cubicBezTo>
                    <a:pt x="5900063" y="0"/>
                    <a:pt x="5942516" y="102395"/>
                    <a:pt x="5882638" y="162273"/>
                  </a:cubicBezTo>
                  <a:lnTo>
                    <a:pt x="2401916" y="3642994"/>
                  </a:lnTo>
                  <a:cubicBezTo>
                    <a:pt x="2223676" y="3821235"/>
                    <a:pt x="1981946" y="3921349"/>
                    <a:pt x="1729824" y="3921349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21000">
                  <a:schemeClr val="accent5"/>
                </a:gs>
                <a:gs pos="83000">
                  <a:srgbClr val="0095C4"/>
                </a:gs>
                <a:gs pos="100000">
                  <a:srgbClr val="0095C4"/>
                </a:gs>
              </a:gsLst>
              <a:lin ang="1890004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54" name="Google Shape;854;p51"/>
          <p:cNvSpPr txBox="1">
            <a:spLocks noGrp="1"/>
          </p:cNvSpPr>
          <p:nvPr>
            <p:ph type="body" idx="1"/>
          </p:nvPr>
        </p:nvSpPr>
        <p:spPr>
          <a:xfrm>
            <a:off x="439972" y="1675253"/>
            <a:ext cx="4890600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55" name="Google Shape;855;p5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6" name="Google Shape;856;p51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Leaf ">
  <p:cSld name="Big Statement 2 - Leaf ">
    <p:spTree>
      <p:nvGrpSpPr>
        <p:cNvPr id="1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8" name="Google Shape;858;p52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45000">
                <a:srgbClr val="299B75"/>
              </a:gs>
              <a:gs pos="80000">
                <a:srgbClr val="61A30E"/>
              </a:gs>
              <a:gs pos="100000">
                <a:srgbClr val="61A30E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9" name="Google Shape;859;p52"/>
          <p:cNvSpPr/>
          <p:nvPr/>
        </p:nvSpPr>
        <p:spPr>
          <a:xfrm>
            <a:off x="4844034" y="266941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rgbClr val="61A30E"/>
              </a:gs>
              <a:gs pos="21000">
                <a:srgbClr val="61A30E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52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61" name="Google Shape;861;p52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62" name="Google Shape;862;p52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Aqua">
  <p:cSld name="Big Statement 2 - Aqua">
    <p:spTree>
      <p:nvGrpSpPr>
        <p:cNvPr id="1" name="Shape 8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4" name="Google Shape;864;p53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5" name="Google Shape;865;p53"/>
          <p:cNvSpPr/>
          <p:nvPr/>
        </p:nvSpPr>
        <p:spPr>
          <a:xfrm>
            <a:off x="4844034" y="267322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21000">
                <a:schemeClr val="accent2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5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53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68" name="Google Shape;868;p53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69" name="Google Shape;869;p53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0" name="Google Shape;870;p53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2 - Plum">
  <p:cSld name="Big Statement 2 - Plum"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Google Shape;872;p54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54"/>
          <p:cNvSpPr/>
          <p:nvPr/>
        </p:nvSpPr>
        <p:spPr>
          <a:xfrm>
            <a:off x="4844034" y="2673224"/>
            <a:ext cx="4298846" cy="2474086"/>
          </a:xfrm>
          <a:custGeom>
            <a:avLst/>
            <a:gdLst/>
            <a:ahLst/>
            <a:cxnLst/>
            <a:rect l="l" t="t" r="r" b="b"/>
            <a:pathLst>
              <a:path w="5731795" h="3298781" extrusionOk="0">
                <a:moveTo>
                  <a:pt x="3823502" y="0"/>
                </a:moveTo>
                <a:lnTo>
                  <a:pt x="5731795" y="0"/>
                </a:lnTo>
                <a:lnTo>
                  <a:pt x="5731795" y="1358608"/>
                </a:lnTo>
                <a:lnTo>
                  <a:pt x="3791622" y="3298781"/>
                </a:lnTo>
                <a:lnTo>
                  <a:pt x="0" y="3298781"/>
                </a:lnTo>
                <a:lnTo>
                  <a:pt x="2927726" y="371055"/>
                </a:lnTo>
                <a:cubicBezTo>
                  <a:pt x="3165320" y="133460"/>
                  <a:pt x="3487538" y="0"/>
                  <a:pt x="3823502" y="0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21000">
                <a:schemeClr val="accent5"/>
              </a:gs>
              <a:gs pos="83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5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54"/>
          <p:cNvSpPr txBox="1">
            <a:spLocks noGrp="1"/>
          </p:cNvSpPr>
          <p:nvPr>
            <p:ph type="title"/>
          </p:nvPr>
        </p:nvSpPr>
        <p:spPr>
          <a:xfrm>
            <a:off x="441946" y="704096"/>
            <a:ext cx="48219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700"/>
              <a:buFont typeface="Arial"/>
              <a:buNone/>
              <a:defRPr sz="2700" b="0" cap="none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6" name="Google Shape;876;p54"/>
          <p:cNvSpPr txBox="1">
            <a:spLocks noGrp="1"/>
          </p:cNvSpPr>
          <p:nvPr>
            <p:ph type="subTitle" idx="1"/>
          </p:nvPr>
        </p:nvSpPr>
        <p:spPr>
          <a:xfrm>
            <a:off x="452342" y="1700784"/>
            <a:ext cx="4807500" cy="52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4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5pPr>
            <a:lvl6pPr lvl="5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6pPr>
            <a:lvl7pPr lvl="6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7pPr>
            <a:lvl8pPr lvl="7" algn="ctr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100"/>
              <a:buNone/>
              <a:defRPr sz="1200"/>
            </a:lvl8pPr>
            <a:lvl9pPr lvl="8" algn="ctr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100"/>
              <a:buNone/>
              <a:defRPr sz="1200"/>
            </a:lvl9pPr>
          </a:lstStyle>
          <a:p>
            <a:endParaRPr/>
          </a:p>
        </p:txBody>
      </p:sp>
      <p:sp>
        <p:nvSpPr>
          <p:cNvPr id="877" name="Google Shape;877;p54"/>
          <p:cNvSpPr/>
          <p:nvPr/>
        </p:nvSpPr>
        <p:spPr>
          <a:xfrm>
            <a:off x="-7300" y="1371177"/>
            <a:ext cx="9152686" cy="3168850"/>
          </a:xfrm>
          <a:custGeom>
            <a:avLst/>
            <a:gdLst/>
            <a:ahLst/>
            <a:cxnLst/>
            <a:rect l="l" t="t" r="r" b="b"/>
            <a:pathLst>
              <a:path w="12203581" h="4225133" extrusionOk="0">
                <a:moveTo>
                  <a:pt x="11206701" y="0"/>
                </a:moveTo>
                <a:lnTo>
                  <a:pt x="12203581" y="0"/>
                </a:lnTo>
                <a:lnTo>
                  <a:pt x="12203581" y="76381"/>
                </a:lnTo>
                <a:lnTo>
                  <a:pt x="11206764" y="76381"/>
                </a:lnTo>
                <a:cubicBezTo>
                  <a:pt x="10785052" y="76381"/>
                  <a:pt x="10380639" y="243896"/>
                  <a:pt x="10082496" y="542038"/>
                </a:cubicBezTo>
                <a:lnTo>
                  <a:pt x="6864996" y="3759476"/>
                </a:lnTo>
                <a:cubicBezTo>
                  <a:pt x="6566789" y="4057618"/>
                  <a:pt x="6162377" y="4225133"/>
                  <a:pt x="5740727" y="4225133"/>
                </a:cubicBezTo>
                <a:lnTo>
                  <a:pt x="0" y="4225133"/>
                </a:lnTo>
                <a:lnTo>
                  <a:pt x="0" y="4148754"/>
                </a:lnTo>
                <a:lnTo>
                  <a:pt x="5740727" y="4148754"/>
                </a:lnTo>
                <a:cubicBezTo>
                  <a:pt x="5940485" y="4148754"/>
                  <a:pt x="6135411" y="4109959"/>
                  <a:pt x="6319969" y="4033515"/>
                </a:cubicBezTo>
                <a:cubicBezTo>
                  <a:pt x="6504529" y="3957072"/>
                  <a:pt x="6669753" y="3846668"/>
                  <a:pt x="6811001" y="3705419"/>
                </a:cubicBezTo>
                <a:lnTo>
                  <a:pt x="10028503" y="487980"/>
                </a:lnTo>
                <a:cubicBezTo>
                  <a:pt x="10183997" y="332486"/>
                  <a:pt x="10365884" y="210952"/>
                  <a:pt x="10569077" y="126813"/>
                </a:cubicBezTo>
                <a:cubicBezTo>
                  <a:pt x="10772269" y="42675"/>
                  <a:pt x="10986781" y="0"/>
                  <a:pt x="11206701" y="0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20000">
                <a:srgbClr val="0095C4"/>
              </a:gs>
              <a:gs pos="80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54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ement with Photo">
  <p:cSld name="Big Statement with Photo">
    <p:spTree>
      <p:nvGrpSpPr>
        <p:cNvPr id="1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p55"/>
          <p:cNvSpPr txBox="1">
            <a:spLocks noGrp="1"/>
          </p:cNvSpPr>
          <p:nvPr>
            <p:ph type="body" idx="1"/>
          </p:nvPr>
        </p:nvSpPr>
        <p:spPr>
          <a:xfrm>
            <a:off x="456129" y="1885950"/>
            <a:ext cx="41154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None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1" name="Google Shape;881;p55"/>
          <p:cNvSpPr>
            <a:spLocks noGrp="1"/>
          </p:cNvSpPr>
          <p:nvPr>
            <p:ph type="pic" idx="2"/>
          </p:nvPr>
        </p:nvSpPr>
        <p:spPr>
          <a:xfrm>
            <a:off x="5090591" y="52388"/>
            <a:ext cx="4053300" cy="5091000"/>
          </a:xfrm>
          <a:prstGeom prst="rect">
            <a:avLst/>
          </a:prstGeom>
          <a:noFill/>
          <a:ln>
            <a:noFill/>
          </a:ln>
        </p:spPr>
      </p:sp>
      <p:sp>
        <p:nvSpPr>
          <p:cNvPr id="882" name="Google Shape;882;p5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3" name="Google Shape;883;p55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Statistic">
  <p:cSld name="Big Statistic">
    <p:spTree>
      <p:nvGrpSpPr>
        <p:cNvPr id="1" name="Shape 8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Google Shape;885;p56"/>
          <p:cNvSpPr/>
          <p:nvPr/>
        </p:nvSpPr>
        <p:spPr>
          <a:xfrm>
            <a:off x="0" y="3249216"/>
            <a:ext cx="9144000" cy="1894200"/>
          </a:xfrm>
          <a:prstGeom prst="rect">
            <a:avLst/>
          </a:prstGeom>
          <a:solidFill>
            <a:srgbClr val="F4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6" name="Google Shape;886;p56"/>
          <p:cNvSpPr/>
          <p:nvPr/>
        </p:nvSpPr>
        <p:spPr>
          <a:xfrm>
            <a:off x="500830" y="542248"/>
            <a:ext cx="3353700" cy="3352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7" name="Google Shape;887;p56" descr="Doughnut chart label 3"/>
          <p:cNvSpPr txBox="1">
            <a:spLocks noGrp="1"/>
          </p:cNvSpPr>
          <p:nvPr>
            <p:ph type="body" idx="1"/>
          </p:nvPr>
        </p:nvSpPr>
        <p:spPr>
          <a:xfrm>
            <a:off x="4573191" y="1885949"/>
            <a:ext cx="3771900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81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Char char="​"/>
              <a:defRPr sz="2700">
                <a:solidFill>
                  <a:schemeClr val="accent2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8" name="Google Shape;888;p56" descr="Doughnut chart label 1"/>
          <p:cNvSpPr txBox="1">
            <a:spLocks noGrp="1"/>
          </p:cNvSpPr>
          <p:nvPr>
            <p:ph type="body" idx="2"/>
          </p:nvPr>
        </p:nvSpPr>
        <p:spPr>
          <a:xfrm>
            <a:off x="456366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89" name="Google Shape;889;p56" descr="Doughnut chart label 2"/>
          <p:cNvSpPr txBox="1">
            <a:spLocks noGrp="1"/>
          </p:cNvSpPr>
          <p:nvPr>
            <p:ph type="body" idx="3"/>
          </p:nvPr>
        </p:nvSpPr>
        <p:spPr>
          <a:xfrm>
            <a:off x="1827788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0" name="Google Shape;890;p56" descr="Doughnut chart label 4"/>
          <p:cNvSpPr txBox="1">
            <a:spLocks noGrp="1"/>
          </p:cNvSpPr>
          <p:nvPr>
            <p:ph type="body" idx="4"/>
          </p:nvPr>
        </p:nvSpPr>
        <p:spPr>
          <a:xfrm>
            <a:off x="3196660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1" name="Google Shape;891;p56" descr="Doughnut chart label 5"/>
          <p:cNvSpPr txBox="1">
            <a:spLocks noGrp="1"/>
          </p:cNvSpPr>
          <p:nvPr>
            <p:ph type="body" idx="5"/>
          </p:nvPr>
        </p:nvSpPr>
        <p:spPr>
          <a:xfrm>
            <a:off x="4567271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2" name="Google Shape;892;p56" descr="Doughnut chart label 6"/>
          <p:cNvSpPr txBox="1">
            <a:spLocks noGrp="1"/>
          </p:cNvSpPr>
          <p:nvPr>
            <p:ph type="body" idx="6"/>
          </p:nvPr>
        </p:nvSpPr>
        <p:spPr>
          <a:xfrm>
            <a:off x="5942051" y="4130360"/>
            <a:ext cx="1028400" cy="3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​"/>
              <a:defRPr sz="900">
                <a:solidFill>
                  <a:schemeClr val="dk1"/>
                </a:solidFill>
              </a:defRPr>
            </a:lvl1pPr>
            <a:lvl2pPr marL="91440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3pPr>
            <a:lvl4pPr marL="1828800" lvl="3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4pPr>
            <a:lvl5pPr marL="2286000" lvl="4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–"/>
              <a:defRPr/>
            </a:lvl5pPr>
            <a:lvl6pPr marL="2743200" lvl="5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6pPr>
            <a:lvl7pPr marL="3200400" lvl="6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-"/>
              <a:defRPr/>
            </a:lvl7pPr>
            <a:lvl8pPr marL="3657600" lvl="7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SzPts val="1200"/>
              <a:buChar char="•"/>
              <a:defRPr/>
            </a:lvl8pPr>
            <a:lvl9pPr marL="4114800" lvl="8" indent="-30480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SzPts val="1200"/>
              <a:buChar char="-"/>
              <a:defRPr/>
            </a:lvl9pPr>
          </a:lstStyle>
          <a:p>
            <a:endParaRPr/>
          </a:p>
        </p:txBody>
      </p:sp>
      <p:sp>
        <p:nvSpPr>
          <p:cNvPr id="893" name="Google Shape;893;p5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94" name="Google Shape;894;p5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895" name="Google Shape;895;p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896" name="Google Shape;896;p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7" name="Google Shape;897;p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8" name="Google Shape;898;p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899" name="Google Shape;899;p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0" name="Google Shape;900;p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1" name="Google Shape;901;p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2" name="Google Shape;902;p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" name="Google Shape;903;p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" name="Google Shape;904;p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5" name="Google Shape;905;p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6" name="Google Shape;906;p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07" name="Google Shape;907;p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" name="Google Shape;908;p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" name="Google Shape;909;p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0" name="Google Shape;910;p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1" name="Google Shape;911;p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" name="Google Shape;912;p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" name="Google Shape;913;p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4" name="Google Shape;914;p56"/>
          <p:cNvSpPr/>
          <p:nvPr/>
        </p:nvSpPr>
        <p:spPr>
          <a:xfrm>
            <a:off x="500830" y="542248"/>
            <a:ext cx="3353700" cy="33528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p56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6" name="Google Shape;916;p56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17" name="Google Shape;917;p56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18" name="Google Shape;918;p56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9" name="Google Shape;919;p56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0" name="Google Shape;920;p56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1" name="Google Shape;921;p56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2" name="Google Shape;922;p56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3" name="Google Shape;923;p56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4" name="Google Shape;924;p56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5" name="Google Shape;925;p56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6" name="Google Shape;926;p56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27" name="Google Shape;927;p56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8" name="Google Shape;928;p56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29" name="Google Shape;929;p56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0" name="Google Shape;930;p56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1" name="Google Shape;931;p56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2" name="Google Shape;932;p56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3" name="Google Shape;933;p56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4" name="Google Shape;934;p56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35" name="Google Shape;935;p56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36" name="Google Shape;936;p56"/>
          <p:cNvSpPr>
            <a:spLocks noGrp="1"/>
          </p:cNvSpPr>
          <p:nvPr>
            <p:ph type="chart" idx="7"/>
          </p:nvPr>
        </p:nvSpPr>
        <p:spPr>
          <a:xfrm>
            <a:off x="497133" y="542248"/>
            <a:ext cx="3360900" cy="336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Arial"/>
              <a:buChar char="​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–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37" name="Google Shape;937;p56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p5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0" name="Google Shape;940;p57"/>
          <p:cNvSpPr txBox="1"/>
          <p:nvPr/>
        </p:nvSpPr>
        <p:spPr>
          <a:xfrm>
            <a:off x="8620451" y="4848606"/>
            <a:ext cx="328500" cy="1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6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Leaf">
  <p:cSld name="Thank You / Closing - Leaf">
    <p:spTree>
      <p:nvGrpSpPr>
        <p:cNvPr id="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58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rgbClr val="61A30E"/>
              </a:gs>
              <a:gs pos="12000">
                <a:srgbClr val="61A30E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3" name="Google Shape;943;p58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58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945" name="Google Shape;945;p58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46" name="Google Shape;946;p58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47" name="Google Shape;947;p58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8" name="Google Shape;948;p58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9" name="Google Shape;949;p58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0" name="Google Shape;950;p58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1" name="Google Shape;951;p58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2" name="Google Shape;952;p58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3" name="Google Shape;953;p58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4" name="Google Shape;954;p58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5" name="Google Shape;955;p58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6" name="Google Shape;956;p58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7" name="Google Shape;957;p58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58" name="Google Shape;958;p58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59" name="Google Shape;959;p58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0" name="Google Shape;960;p58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1" name="Google Shape;961;p58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2" name="Google Shape;962;p58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3" name="Google Shape;963;p58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64" name="Google Shape;964;p58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65" name="Google Shape;965;p58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58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58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Aqua">
  <p:cSld name="Thank You / Closing - Aqua">
    <p:spTree>
      <p:nvGrpSpPr>
        <p:cNvPr id="1" name="Shape 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9" name="Google Shape;969;p59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2000">
                <a:schemeClr val="accent2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0" name="Google Shape;970;p59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59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sp>
        <p:nvSpPr>
          <p:cNvPr id="972" name="Google Shape;972;p59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973" name="Google Shape;973;p59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974" name="Google Shape;974;p5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75" name="Google Shape;975;p5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76" name="Google Shape;976;p5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7" name="Google Shape;977;p5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8" name="Google Shape;978;p5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9" name="Google Shape;979;p5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0" name="Google Shape;980;p5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1" name="Google Shape;981;p5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2" name="Google Shape;982;p5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3" name="Google Shape;983;p5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4" name="Google Shape;984;p5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5" name="Google Shape;985;p5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86" name="Google Shape;986;p5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987" name="Google Shape;987;p5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8" name="Google Shape;988;p5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89" name="Google Shape;989;p5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0" name="Google Shape;990;p5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1" name="Google Shape;991;p5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2" name="Google Shape;992;p5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3" name="Google Shape;993;p5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94" name="Google Shape;994;p59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5" name="Google Shape;995;p59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2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6" name="Google Shape;996;p59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997" name="Google Shape;997;p59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998" name="Google Shape;998;p59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999" name="Google Shape;999;p59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0" name="Google Shape;1000;p59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1" name="Google Shape;1001;p59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2" name="Google Shape;1002;p59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3" name="Google Shape;1003;p59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4" name="Google Shape;1004;p59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5" name="Google Shape;1005;p59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6" name="Google Shape;1006;p59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7" name="Google Shape;1007;p59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8" name="Google Shape;1008;p59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09" name="Google Shape;1009;p59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10" name="Google Shape;1010;p59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1" name="Google Shape;1011;p59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2" name="Google Shape;1012;p59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3" name="Google Shape;1013;p59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4" name="Google Shape;1014;p59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5" name="Google Shape;1015;p59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16" name="Google Shape;1016;p59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17" name="Google Shape;1017;p59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/ Closing - Plum">
  <p:cSld name="Thank You / Closing - Plum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60"/>
          <p:cNvSpPr/>
          <p:nvPr/>
        </p:nvSpPr>
        <p:spPr>
          <a:xfrm>
            <a:off x="0" y="0"/>
            <a:ext cx="4976837" cy="3339620"/>
          </a:xfrm>
          <a:custGeom>
            <a:avLst/>
            <a:gdLst/>
            <a:ahLst/>
            <a:cxnLst/>
            <a:rect l="l" t="t" r="r" b="b"/>
            <a:pathLst>
              <a:path w="6635783" h="4452826" extrusionOk="0">
                <a:moveTo>
                  <a:pt x="0" y="0"/>
                </a:moveTo>
                <a:lnTo>
                  <a:pt x="6635783" y="0"/>
                </a:lnTo>
                <a:lnTo>
                  <a:pt x="2550426" y="4085358"/>
                </a:lnTo>
                <a:cubicBezTo>
                  <a:pt x="2315128" y="4320656"/>
                  <a:pt x="1996025" y="4452826"/>
                  <a:pt x="1663310" y="4452826"/>
                </a:cubicBezTo>
                <a:lnTo>
                  <a:pt x="0" y="4452826"/>
                </a:lnTo>
                <a:close/>
              </a:path>
            </a:pathLst>
          </a:custGeom>
          <a:gradFill>
            <a:gsLst>
              <a:gs pos="0">
                <a:schemeClr val="accent5"/>
              </a:gs>
              <a:gs pos="12000">
                <a:schemeClr val="accent5"/>
              </a:gs>
              <a:gs pos="85000">
                <a:srgbClr val="0095C4"/>
              </a:gs>
              <a:gs pos="100000">
                <a:srgbClr val="0095C4"/>
              </a:gs>
            </a:gsLst>
            <a:lin ang="18900044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60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sp>
        <p:nvSpPr>
          <p:cNvPr id="1021" name="Google Shape;1021;p60"/>
          <p:cNvSpPr txBox="1"/>
          <p:nvPr/>
        </p:nvSpPr>
        <p:spPr>
          <a:xfrm>
            <a:off x="1234134" y="4846124"/>
            <a:ext cx="22896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Broadcom Proprietary and Confidential. Copyright © 2024 Broadcom.  </a:t>
            </a:r>
            <a:endParaRPr sz="1100"/>
          </a:p>
        </p:txBody>
      </p:sp>
      <p:sp>
        <p:nvSpPr>
          <p:cNvPr id="1022" name="Google Shape;1022;p60"/>
          <p:cNvSpPr txBox="1"/>
          <p:nvPr/>
        </p:nvSpPr>
        <p:spPr>
          <a:xfrm>
            <a:off x="1234134" y="4927076"/>
            <a:ext cx="2892300" cy="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  <p:grpSp>
        <p:nvGrpSpPr>
          <p:cNvPr id="1023" name="Google Shape;1023;p6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24" name="Google Shape;1024;p6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25" name="Google Shape;1025;p6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6" name="Google Shape;1026;p6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7" name="Google Shape;1027;p6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8" name="Google Shape;1028;p6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29" name="Google Shape;1029;p6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0" name="Google Shape;1030;p6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1" name="Google Shape;1031;p6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2" name="Google Shape;1032;p6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3" name="Google Shape;1033;p6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4" name="Google Shape;1034;p6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35" name="Google Shape;1035;p6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36" name="Google Shape;1036;p6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7" name="Google Shape;1037;p6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8" name="Google Shape;1038;p6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9" name="Google Shape;1039;p6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0" name="Google Shape;1040;p6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1" name="Google Shape;1041;p6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2" name="Google Shape;1042;p6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43" name="Google Shape;1043;p60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4" name="Google Shape;1044;p60"/>
          <p:cNvSpPr/>
          <p:nvPr/>
        </p:nvSpPr>
        <p:spPr>
          <a:xfrm>
            <a:off x="0" y="0"/>
            <a:ext cx="9134363" cy="5143500"/>
          </a:xfrm>
          <a:custGeom>
            <a:avLst/>
            <a:gdLst/>
            <a:ahLst/>
            <a:cxnLst/>
            <a:rect l="l" t="t" r="r" b="b"/>
            <a:pathLst>
              <a:path w="12219884" h="6858000" extrusionOk="0">
                <a:moveTo>
                  <a:pt x="8298300" y="0"/>
                </a:moveTo>
                <a:lnTo>
                  <a:pt x="12219884" y="0"/>
                </a:lnTo>
                <a:lnTo>
                  <a:pt x="12219884" y="6858000"/>
                </a:lnTo>
                <a:lnTo>
                  <a:pt x="0" y="6858000"/>
                </a:lnTo>
                <a:lnTo>
                  <a:pt x="0" y="5087251"/>
                </a:lnTo>
                <a:lnTo>
                  <a:pt x="2577461" y="5085576"/>
                </a:lnTo>
                <a:cubicBezTo>
                  <a:pt x="2993418" y="5085576"/>
                  <a:pt x="3392312" y="4920346"/>
                  <a:pt x="3686387" y="4626273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5" name="Google Shape;1045;p60"/>
          <p:cNvSpPr txBox="1"/>
          <p:nvPr/>
        </p:nvSpPr>
        <p:spPr>
          <a:xfrm>
            <a:off x="5343576" y="3100273"/>
            <a:ext cx="2689800" cy="5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800"/>
              <a:buFont typeface="Arial"/>
              <a:buNone/>
            </a:pPr>
            <a:r>
              <a:rPr lang="en" sz="3800" b="0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sz="1100"/>
          </a:p>
        </p:txBody>
      </p:sp>
      <p:grpSp>
        <p:nvGrpSpPr>
          <p:cNvPr id="1046" name="Google Shape;1046;p60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1047" name="Google Shape;1047;p60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1048" name="Google Shape;1048;p60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9" name="Google Shape;1049;p60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0" name="Google Shape;1050;p60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1" name="Google Shape;1051;p60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2" name="Google Shape;1052;p60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3" name="Google Shape;1053;p60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4" name="Google Shape;1054;p60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5" name="Google Shape;1055;p60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6" name="Google Shape;1056;p60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7" name="Google Shape;1057;p60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058" name="Google Shape;1058;p60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1059" name="Google Shape;1059;p60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0" name="Google Shape;1060;p60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1" name="Google Shape;1061;p60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2" name="Google Shape;1062;p60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3" name="Google Shape;1063;p60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4" name="Google Shape;1064;p60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5" name="Google Shape;1065;p60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1066" name="Google Shape;1066;p60"/>
          <p:cNvSpPr/>
          <p:nvPr/>
        </p:nvSpPr>
        <p:spPr>
          <a:xfrm>
            <a:off x="0" y="0"/>
            <a:ext cx="6283659" cy="3860309"/>
          </a:xfrm>
          <a:custGeom>
            <a:avLst/>
            <a:gdLst/>
            <a:ahLst/>
            <a:cxnLst/>
            <a:rect l="l" t="t" r="r" b="b"/>
            <a:pathLst>
              <a:path w="8406233" h="5164293" extrusionOk="0">
                <a:moveTo>
                  <a:pt x="8300010" y="0"/>
                </a:moveTo>
                <a:lnTo>
                  <a:pt x="8406233" y="0"/>
                </a:lnTo>
                <a:lnTo>
                  <a:pt x="3739706" y="4681182"/>
                </a:lnTo>
                <a:cubicBezTo>
                  <a:pt x="3429197" y="4991691"/>
                  <a:pt x="3016440" y="5162629"/>
                  <a:pt x="2577461" y="5162629"/>
                </a:cubicBezTo>
                <a:lnTo>
                  <a:pt x="0" y="5164293"/>
                </a:lnTo>
                <a:lnTo>
                  <a:pt x="0" y="5088966"/>
                </a:lnTo>
                <a:lnTo>
                  <a:pt x="2577461" y="5087291"/>
                </a:lnTo>
                <a:cubicBezTo>
                  <a:pt x="2993418" y="5087291"/>
                  <a:pt x="3392312" y="4922061"/>
                  <a:pt x="3686388" y="4627988"/>
                </a:cubicBezTo>
                <a:close/>
              </a:path>
            </a:pathLst>
          </a:custGeom>
          <a:gradFill>
            <a:gsLst>
              <a:gs pos="0">
                <a:srgbClr val="0095C4"/>
              </a:gs>
              <a:gs pos="31000">
                <a:srgbClr val="0095C4"/>
              </a:gs>
              <a:gs pos="94000">
                <a:schemeClr val="accent5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7" name="Google Shape;1067;p60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45.xml"/><Relationship Id="rId42" Type="http://schemas.openxmlformats.org/officeDocument/2006/relationships/slideLayout" Target="../slideLayouts/slideLayout53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slideLayout" Target="../slideLayouts/slideLayout43.xml"/><Relationship Id="rId37" Type="http://schemas.openxmlformats.org/officeDocument/2006/relationships/slideLayout" Target="../slideLayouts/slideLayout48.xml"/><Relationship Id="rId40" Type="http://schemas.openxmlformats.org/officeDocument/2006/relationships/slideLayout" Target="../slideLayouts/slideLayout51.xml"/><Relationship Id="rId45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36" Type="http://schemas.openxmlformats.org/officeDocument/2006/relationships/slideLayout" Target="../slideLayouts/slideLayout47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4" Type="http://schemas.openxmlformats.org/officeDocument/2006/relationships/slideLayout" Target="../slideLayouts/slideLayout55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Relationship Id="rId35" Type="http://schemas.openxmlformats.org/officeDocument/2006/relationships/slideLayout" Target="../slideLayouts/slideLayout46.xml"/><Relationship Id="rId43" Type="http://schemas.openxmlformats.org/officeDocument/2006/relationships/slideLayout" Target="../slideLayouts/slideLayout54.xml"/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33" Type="http://schemas.openxmlformats.org/officeDocument/2006/relationships/slideLayout" Target="../slideLayouts/slideLayout44.xml"/><Relationship Id="rId38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31.xml"/><Relationship Id="rId41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200" y="1200152"/>
            <a:ext cx="8229600" cy="343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400"/>
              <a:buFont typeface="Arial"/>
              <a:buChar char="​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0480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2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1100"/>
              <a:buFont typeface="Arial"/>
              <a:buChar char="–"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–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8575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3B3B3B"/>
              </a:buClr>
              <a:buSzPts val="9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85750" algn="l">
              <a:lnSpc>
                <a:spcPct val="100000"/>
              </a:lnSpc>
              <a:spcBef>
                <a:spcPts val="900"/>
              </a:spcBef>
              <a:spcAft>
                <a:spcPts val="900"/>
              </a:spcAft>
              <a:buClr>
                <a:srgbClr val="3B3B3B"/>
              </a:buClr>
              <a:buSzPts val="900"/>
              <a:buFont typeface="NTR"/>
              <a:buChar char="-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grpSp>
        <p:nvGrpSpPr>
          <p:cNvPr id="53" name="Google Shape;53;p13"/>
          <p:cNvGrpSpPr/>
          <p:nvPr/>
        </p:nvGrpSpPr>
        <p:grpSpPr>
          <a:xfrm>
            <a:off x="199272" y="4742453"/>
            <a:ext cx="937166" cy="277237"/>
            <a:chOff x="265625" y="6323271"/>
            <a:chExt cx="1249222" cy="369649"/>
          </a:xfrm>
        </p:grpSpPr>
        <p:grpSp>
          <p:nvGrpSpPr>
            <p:cNvPr id="54" name="Google Shape;54;p13"/>
            <p:cNvGrpSpPr/>
            <p:nvPr/>
          </p:nvGrpSpPr>
          <p:grpSpPr>
            <a:xfrm>
              <a:off x="745455" y="6594444"/>
              <a:ext cx="722663" cy="98476"/>
              <a:chOff x="745455" y="6594444"/>
              <a:chExt cx="722663" cy="98476"/>
            </a:xfrm>
          </p:grpSpPr>
          <p:sp>
            <p:nvSpPr>
              <p:cNvPr id="55" name="Google Shape;55;p13"/>
              <p:cNvSpPr/>
              <p:nvPr/>
            </p:nvSpPr>
            <p:spPr>
              <a:xfrm>
                <a:off x="745455" y="6594444"/>
                <a:ext cx="55936" cy="81777"/>
              </a:xfrm>
              <a:custGeom>
                <a:avLst/>
                <a:gdLst/>
                <a:ahLst/>
                <a:cxnLst/>
                <a:rect l="l" t="t" r="r" b="b"/>
                <a:pathLst>
                  <a:path w="55936" h="81777" extrusionOk="0">
                    <a:moveTo>
                      <a:pt x="5397" y="68381"/>
                    </a:moveTo>
                    <a:lnTo>
                      <a:pt x="5397" y="80508"/>
                    </a:lnTo>
                    <a:lnTo>
                      <a:pt x="0" y="80508"/>
                    </a:lnTo>
                    <a:lnTo>
                      <a:pt x="0" y="0"/>
                    </a:lnTo>
                    <a:lnTo>
                      <a:pt x="5397" y="0"/>
                    </a:lnTo>
                    <a:lnTo>
                      <a:pt x="5397" y="36826"/>
                    </a:lnTo>
                    <a:cubicBezTo>
                      <a:pt x="10222" y="29460"/>
                      <a:pt x="17397" y="22920"/>
                      <a:pt x="28571" y="22920"/>
                    </a:cubicBezTo>
                    <a:cubicBezTo>
                      <a:pt x="42159" y="22920"/>
                      <a:pt x="55936" y="33841"/>
                      <a:pt x="55936" y="52126"/>
                    </a:cubicBezTo>
                    <a:lnTo>
                      <a:pt x="55936" y="52317"/>
                    </a:lnTo>
                    <a:cubicBezTo>
                      <a:pt x="55936" y="70603"/>
                      <a:pt x="42159" y="81777"/>
                      <a:pt x="28571" y="81777"/>
                    </a:cubicBezTo>
                    <a:cubicBezTo>
                      <a:pt x="17333" y="81841"/>
                      <a:pt x="10032" y="75428"/>
                      <a:pt x="5397" y="68381"/>
                    </a:cubicBezTo>
                    <a:close/>
                    <a:moveTo>
                      <a:pt x="50095" y="52571"/>
                    </a:moveTo>
                    <a:lnTo>
                      <a:pt x="50095" y="52381"/>
                    </a:lnTo>
                    <a:cubicBezTo>
                      <a:pt x="50095" y="37587"/>
                      <a:pt x="39809" y="28127"/>
                      <a:pt x="28063" y="28127"/>
                    </a:cubicBezTo>
                    <a:cubicBezTo>
                      <a:pt x="16381" y="28127"/>
                      <a:pt x="5143" y="37968"/>
                      <a:pt x="5143" y="52254"/>
                    </a:cubicBezTo>
                    <a:lnTo>
                      <a:pt x="5143" y="52444"/>
                    </a:lnTo>
                    <a:cubicBezTo>
                      <a:pt x="5143" y="66921"/>
                      <a:pt x="16381" y="76571"/>
                      <a:pt x="28063" y="76571"/>
                    </a:cubicBezTo>
                    <a:cubicBezTo>
                      <a:pt x="40254" y="76635"/>
                      <a:pt x="50095" y="67682"/>
                      <a:pt x="50095" y="52571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13"/>
              <p:cNvSpPr/>
              <p:nvPr/>
            </p:nvSpPr>
            <p:spPr>
              <a:xfrm>
                <a:off x="809582" y="6618699"/>
                <a:ext cx="55872" cy="74221"/>
              </a:xfrm>
              <a:custGeom>
                <a:avLst/>
                <a:gdLst/>
                <a:ahLst/>
                <a:cxnLst/>
                <a:rect l="l" t="t" r="r" b="b"/>
                <a:pathLst>
                  <a:path w="55872" h="74221" extrusionOk="0">
                    <a:moveTo>
                      <a:pt x="49904" y="0"/>
                    </a:moveTo>
                    <a:lnTo>
                      <a:pt x="55873" y="0"/>
                    </a:lnTo>
                    <a:lnTo>
                      <a:pt x="31492" y="58221"/>
                    </a:lnTo>
                    <a:cubicBezTo>
                      <a:pt x="26540" y="70031"/>
                      <a:pt x="20825" y="74221"/>
                      <a:pt x="12762" y="74221"/>
                    </a:cubicBezTo>
                    <a:cubicBezTo>
                      <a:pt x="8444" y="74221"/>
                      <a:pt x="5397" y="73460"/>
                      <a:pt x="1651" y="71809"/>
                    </a:cubicBezTo>
                    <a:lnTo>
                      <a:pt x="3492" y="67047"/>
                    </a:lnTo>
                    <a:cubicBezTo>
                      <a:pt x="6476" y="68507"/>
                      <a:pt x="8889" y="69142"/>
                      <a:pt x="13079" y="69142"/>
                    </a:cubicBezTo>
                    <a:cubicBezTo>
                      <a:pt x="18921" y="69142"/>
                      <a:pt x="22794" y="65714"/>
                      <a:pt x="26984" y="55936"/>
                    </a:cubicBezTo>
                    <a:lnTo>
                      <a:pt x="0" y="0"/>
                    </a:lnTo>
                    <a:lnTo>
                      <a:pt x="6286" y="0"/>
                    </a:lnTo>
                    <a:lnTo>
                      <a:pt x="29651" y="50285"/>
                    </a:lnTo>
                    <a:lnTo>
                      <a:pt x="49904" y="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7" name="Google Shape;57;p13"/>
              <p:cNvSpPr/>
              <p:nvPr/>
            </p:nvSpPr>
            <p:spPr>
              <a:xfrm>
                <a:off x="913010" y="6597746"/>
                <a:ext cx="64317" cy="77079"/>
              </a:xfrm>
              <a:custGeom>
                <a:avLst/>
                <a:gdLst/>
                <a:ahLst/>
                <a:cxnLst/>
                <a:rect l="l" t="t" r="r" b="b"/>
                <a:pathLst>
                  <a:path w="64317" h="77079" extrusionOk="0">
                    <a:moveTo>
                      <a:pt x="63" y="0"/>
                    </a:moveTo>
                    <a:lnTo>
                      <a:pt x="34666" y="0"/>
                    </a:lnTo>
                    <a:cubicBezTo>
                      <a:pt x="43492" y="0"/>
                      <a:pt x="50412" y="2413"/>
                      <a:pt x="54857" y="6857"/>
                    </a:cubicBezTo>
                    <a:cubicBezTo>
                      <a:pt x="58285" y="10286"/>
                      <a:pt x="60063" y="14603"/>
                      <a:pt x="60063" y="19619"/>
                    </a:cubicBezTo>
                    <a:lnTo>
                      <a:pt x="60063" y="19809"/>
                    </a:lnTo>
                    <a:cubicBezTo>
                      <a:pt x="60063" y="29079"/>
                      <a:pt x="54793" y="34031"/>
                      <a:pt x="49016" y="37015"/>
                    </a:cubicBezTo>
                    <a:cubicBezTo>
                      <a:pt x="58031" y="40126"/>
                      <a:pt x="64317" y="45270"/>
                      <a:pt x="64317" y="55746"/>
                    </a:cubicBezTo>
                    <a:lnTo>
                      <a:pt x="64317" y="55936"/>
                    </a:lnTo>
                    <a:cubicBezTo>
                      <a:pt x="64317" y="69714"/>
                      <a:pt x="52952" y="77079"/>
                      <a:pt x="35746" y="77079"/>
                    </a:cubicBezTo>
                    <a:lnTo>
                      <a:pt x="0" y="77079"/>
                    </a:lnTo>
                    <a:lnTo>
                      <a:pt x="0" y="0"/>
                    </a:lnTo>
                    <a:close/>
                    <a:moveTo>
                      <a:pt x="46476" y="21841"/>
                    </a:moveTo>
                    <a:cubicBezTo>
                      <a:pt x="46476" y="15809"/>
                      <a:pt x="41651" y="12000"/>
                      <a:pt x="32889" y="12000"/>
                    </a:cubicBezTo>
                    <a:lnTo>
                      <a:pt x="13397" y="12000"/>
                    </a:lnTo>
                    <a:lnTo>
                      <a:pt x="13397" y="32508"/>
                    </a:lnTo>
                    <a:lnTo>
                      <a:pt x="31936" y="32508"/>
                    </a:lnTo>
                    <a:cubicBezTo>
                      <a:pt x="40635" y="32508"/>
                      <a:pt x="46476" y="29079"/>
                      <a:pt x="46476" y="22031"/>
                    </a:cubicBezTo>
                    <a:lnTo>
                      <a:pt x="46476" y="21841"/>
                    </a:lnTo>
                    <a:close/>
                    <a:moveTo>
                      <a:pt x="34920" y="43999"/>
                    </a:moveTo>
                    <a:lnTo>
                      <a:pt x="13397" y="43999"/>
                    </a:lnTo>
                    <a:lnTo>
                      <a:pt x="13397" y="65143"/>
                    </a:lnTo>
                    <a:lnTo>
                      <a:pt x="35873" y="65143"/>
                    </a:lnTo>
                    <a:cubicBezTo>
                      <a:pt x="45016" y="65143"/>
                      <a:pt x="50730" y="61523"/>
                      <a:pt x="50730" y="54539"/>
                    </a:cubicBezTo>
                    <a:lnTo>
                      <a:pt x="50730" y="54349"/>
                    </a:lnTo>
                    <a:cubicBezTo>
                      <a:pt x="50793" y="47873"/>
                      <a:pt x="45587" y="43999"/>
                      <a:pt x="34920" y="4399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8" name="Google Shape;58;p13"/>
              <p:cNvSpPr/>
              <p:nvPr/>
            </p:nvSpPr>
            <p:spPr>
              <a:xfrm>
                <a:off x="991041" y="6615627"/>
                <a:ext cx="34095" cy="59325"/>
              </a:xfrm>
              <a:custGeom>
                <a:avLst/>
                <a:gdLst/>
                <a:ahLst/>
                <a:cxnLst/>
                <a:rect l="l" t="t" r="r" b="b"/>
                <a:pathLst>
                  <a:path w="34095" h="59325" extrusionOk="0">
                    <a:moveTo>
                      <a:pt x="0" y="1103"/>
                    </a:moveTo>
                    <a:lnTo>
                      <a:pt x="13460" y="1103"/>
                    </a:lnTo>
                    <a:lnTo>
                      <a:pt x="13460" y="14245"/>
                    </a:lnTo>
                    <a:cubicBezTo>
                      <a:pt x="17079" y="5547"/>
                      <a:pt x="23809" y="-421"/>
                      <a:pt x="34095" y="23"/>
                    </a:cubicBezTo>
                    <a:lnTo>
                      <a:pt x="34095" y="14119"/>
                    </a:lnTo>
                    <a:lnTo>
                      <a:pt x="33333" y="14119"/>
                    </a:lnTo>
                    <a:cubicBezTo>
                      <a:pt x="21651" y="14119"/>
                      <a:pt x="13460" y="21738"/>
                      <a:pt x="13460" y="37167"/>
                    </a:cubicBezTo>
                    <a:lnTo>
                      <a:pt x="13460" y="59325"/>
                    </a:lnTo>
                    <a:lnTo>
                      <a:pt x="0" y="59325"/>
                    </a:lnTo>
                    <a:lnTo>
                      <a:pt x="0" y="110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9" name="Google Shape;59;p13"/>
              <p:cNvSpPr/>
              <p:nvPr/>
            </p:nvSpPr>
            <p:spPr>
              <a:xfrm>
                <a:off x="1031485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0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4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0" name="Google Shape;60;p13"/>
              <p:cNvSpPr/>
              <p:nvPr/>
            </p:nvSpPr>
            <p:spPr>
              <a:xfrm>
                <a:off x="1103168" y="6615904"/>
                <a:ext cx="52698" cy="60190"/>
              </a:xfrm>
              <a:custGeom>
                <a:avLst/>
                <a:gdLst/>
                <a:ahLst/>
                <a:cxnLst/>
                <a:rect l="l" t="t" r="r" b="b"/>
                <a:pathLst>
                  <a:path w="52698" h="60190" extrusionOk="0">
                    <a:moveTo>
                      <a:pt x="0" y="42286"/>
                    </a:moveTo>
                    <a:lnTo>
                      <a:pt x="0" y="42095"/>
                    </a:lnTo>
                    <a:cubicBezTo>
                      <a:pt x="0" y="29524"/>
                      <a:pt x="9905" y="23365"/>
                      <a:pt x="24127" y="23365"/>
                    </a:cubicBezTo>
                    <a:cubicBezTo>
                      <a:pt x="30603" y="23365"/>
                      <a:pt x="35238" y="24381"/>
                      <a:pt x="39809" y="25778"/>
                    </a:cubicBezTo>
                    <a:lnTo>
                      <a:pt x="39809" y="24317"/>
                    </a:lnTo>
                    <a:cubicBezTo>
                      <a:pt x="39809" y="16064"/>
                      <a:pt x="34730" y="11619"/>
                      <a:pt x="25333" y="11619"/>
                    </a:cubicBezTo>
                    <a:cubicBezTo>
                      <a:pt x="18857" y="11619"/>
                      <a:pt x="13968" y="13080"/>
                      <a:pt x="8698" y="15238"/>
                    </a:cubicBezTo>
                    <a:lnTo>
                      <a:pt x="5079" y="4762"/>
                    </a:lnTo>
                    <a:cubicBezTo>
                      <a:pt x="11556" y="1905"/>
                      <a:pt x="17841" y="0"/>
                      <a:pt x="27111" y="0"/>
                    </a:cubicBezTo>
                    <a:cubicBezTo>
                      <a:pt x="35809" y="0"/>
                      <a:pt x="42349" y="2286"/>
                      <a:pt x="46412" y="6476"/>
                    </a:cubicBezTo>
                    <a:cubicBezTo>
                      <a:pt x="50730" y="10667"/>
                      <a:pt x="52698" y="16825"/>
                      <a:pt x="52698" y="24444"/>
                    </a:cubicBezTo>
                    <a:lnTo>
                      <a:pt x="52698" y="58984"/>
                    </a:lnTo>
                    <a:lnTo>
                      <a:pt x="39682" y="58984"/>
                    </a:lnTo>
                    <a:lnTo>
                      <a:pt x="39682" y="51682"/>
                    </a:lnTo>
                    <a:cubicBezTo>
                      <a:pt x="35682" y="56444"/>
                      <a:pt x="29651" y="60190"/>
                      <a:pt x="20698" y="60190"/>
                    </a:cubicBezTo>
                    <a:cubicBezTo>
                      <a:pt x="9778" y="60254"/>
                      <a:pt x="0" y="53968"/>
                      <a:pt x="0" y="42286"/>
                    </a:cubicBezTo>
                    <a:close/>
                    <a:moveTo>
                      <a:pt x="40000" y="38095"/>
                    </a:moveTo>
                    <a:lnTo>
                      <a:pt x="40000" y="34095"/>
                    </a:lnTo>
                    <a:cubicBezTo>
                      <a:pt x="36571" y="32762"/>
                      <a:pt x="32063" y="31809"/>
                      <a:pt x="26794" y="31809"/>
                    </a:cubicBezTo>
                    <a:cubicBezTo>
                      <a:pt x="18222" y="31809"/>
                      <a:pt x="13143" y="35428"/>
                      <a:pt x="13143" y="41524"/>
                    </a:cubicBezTo>
                    <a:lnTo>
                      <a:pt x="13143" y="41714"/>
                    </a:lnTo>
                    <a:cubicBezTo>
                      <a:pt x="13143" y="47365"/>
                      <a:pt x="18095" y="50539"/>
                      <a:pt x="24508" y="50539"/>
                    </a:cubicBezTo>
                    <a:cubicBezTo>
                      <a:pt x="33270" y="50539"/>
                      <a:pt x="40000" y="45460"/>
                      <a:pt x="40000" y="38095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1" name="Google Shape;61;p13"/>
              <p:cNvSpPr/>
              <p:nvPr/>
            </p:nvSpPr>
            <p:spPr>
              <a:xfrm>
                <a:off x="1168882" y="6594444"/>
                <a:ext cx="60253" cy="81713"/>
              </a:xfrm>
              <a:custGeom>
                <a:avLst/>
                <a:gdLst/>
                <a:ahLst/>
                <a:cxnLst/>
                <a:rect l="l" t="t" r="r" b="b"/>
                <a:pathLst>
                  <a:path w="60253" h="81713" extrusionOk="0">
                    <a:moveTo>
                      <a:pt x="0" y="51492"/>
                    </a:moveTo>
                    <a:lnTo>
                      <a:pt x="0" y="51301"/>
                    </a:lnTo>
                    <a:cubicBezTo>
                      <a:pt x="0" y="32000"/>
                      <a:pt x="13143" y="21080"/>
                      <a:pt x="27047" y="21080"/>
                    </a:cubicBezTo>
                    <a:cubicBezTo>
                      <a:pt x="36635" y="21080"/>
                      <a:pt x="42730" y="25842"/>
                      <a:pt x="46920" y="31302"/>
                    </a:cubicBezTo>
                    <a:lnTo>
                      <a:pt x="46920" y="0"/>
                    </a:lnTo>
                    <a:lnTo>
                      <a:pt x="60254" y="0"/>
                    </a:lnTo>
                    <a:lnTo>
                      <a:pt x="60254" y="80508"/>
                    </a:lnTo>
                    <a:lnTo>
                      <a:pt x="46920" y="80508"/>
                    </a:lnTo>
                    <a:lnTo>
                      <a:pt x="46920" y="70793"/>
                    </a:lnTo>
                    <a:cubicBezTo>
                      <a:pt x="42603" y="76825"/>
                      <a:pt x="36571" y="81714"/>
                      <a:pt x="27047" y="81714"/>
                    </a:cubicBezTo>
                    <a:cubicBezTo>
                      <a:pt x="13333" y="81714"/>
                      <a:pt x="0" y="70793"/>
                      <a:pt x="0" y="51492"/>
                    </a:cubicBezTo>
                    <a:close/>
                    <a:moveTo>
                      <a:pt x="47111" y="51492"/>
                    </a:moveTo>
                    <a:lnTo>
                      <a:pt x="47111" y="51301"/>
                    </a:lnTo>
                    <a:cubicBezTo>
                      <a:pt x="47111" y="40064"/>
                      <a:pt x="39174" y="32635"/>
                      <a:pt x="30222" y="32635"/>
                    </a:cubicBezTo>
                    <a:cubicBezTo>
                      <a:pt x="21079" y="32635"/>
                      <a:pt x="13460" y="39809"/>
                      <a:pt x="13460" y="51301"/>
                    </a:cubicBezTo>
                    <a:lnTo>
                      <a:pt x="13460" y="51492"/>
                    </a:lnTo>
                    <a:cubicBezTo>
                      <a:pt x="13460" y="62730"/>
                      <a:pt x="21206" y="70159"/>
                      <a:pt x="30222" y="70159"/>
                    </a:cubicBezTo>
                    <a:cubicBezTo>
                      <a:pt x="39174" y="70159"/>
                      <a:pt x="47111" y="62666"/>
                      <a:pt x="47111" y="51492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2" name="Google Shape;62;p13"/>
              <p:cNvSpPr/>
              <p:nvPr/>
            </p:nvSpPr>
            <p:spPr>
              <a:xfrm>
                <a:off x="1242659" y="6615587"/>
                <a:ext cx="5390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5390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842"/>
                      <a:pt x="12762" y="0"/>
                      <a:pt x="30349" y="0"/>
                    </a:cubicBezTo>
                    <a:cubicBezTo>
                      <a:pt x="41270" y="0"/>
                      <a:pt x="48127" y="4064"/>
                      <a:pt x="53587" y="10032"/>
                    </a:cubicBezTo>
                    <a:lnTo>
                      <a:pt x="45206" y="18985"/>
                    </a:lnTo>
                    <a:cubicBezTo>
                      <a:pt x="41143" y="14794"/>
                      <a:pt x="36825" y="11683"/>
                      <a:pt x="30222" y="11683"/>
                    </a:cubicBezTo>
                    <a:cubicBezTo>
                      <a:pt x="20508" y="11683"/>
                      <a:pt x="13333" y="20064"/>
                      <a:pt x="13333" y="30222"/>
                    </a:cubicBezTo>
                    <a:lnTo>
                      <a:pt x="13333" y="30413"/>
                    </a:lnTo>
                    <a:cubicBezTo>
                      <a:pt x="13333" y="40762"/>
                      <a:pt x="20508" y="49080"/>
                      <a:pt x="30730" y="49080"/>
                    </a:cubicBezTo>
                    <a:cubicBezTo>
                      <a:pt x="37016" y="49080"/>
                      <a:pt x="41524" y="46222"/>
                      <a:pt x="45841" y="41905"/>
                    </a:cubicBezTo>
                    <a:lnTo>
                      <a:pt x="53905" y="49842"/>
                    </a:lnTo>
                    <a:cubicBezTo>
                      <a:pt x="48190" y="56254"/>
                      <a:pt x="41460" y="60762"/>
                      <a:pt x="30095" y="60762"/>
                    </a:cubicBezTo>
                    <a:cubicBezTo>
                      <a:pt x="12762" y="60698"/>
                      <a:pt x="0" y="47111"/>
                      <a:pt x="0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3" name="Google Shape;63;p13"/>
              <p:cNvSpPr/>
              <p:nvPr/>
            </p:nvSpPr>
            <p:spPr>
              <a:xfrm>
                <a:off x="1303928" y="6615587"/>
                <a:ext cx="62094" cy="60762"/>
              </a:xfrm>
              <a:custGeom>
                <a:avLst/>
                <a:gdLst/>
                <a:ahLst/>
                <a:cxnLst/>
                <a:rect l="l" t="t" r="r" b="b"/>
                <a:pathLst>
                  <a:path w="62094" h="60762" extrusionOk="0">
                    <a:moveTo>
                      <a:pt x="0" y="30603"/>
                    </a:moveTo>
                    <a:lnTo>
                      <a:pt x="0" y="30413"/>
                    </a:lnTo>
                    <a:cubicBezTo>
                      <a:pt x="0" y="13778"/>
                      <a:pt x="13206" y="0"/>
                      <a:pt x="31111" y="0"/>
                    </a:cubicBezTo>
                    <a:cubicBezTo>
                      <a:pt x="48952" y="0"/>
                      <a:pt x="62095" y="13587"/>
                      <a:pt x="62095" y="30222"/>
                    </a:cubicBezTo>
                    <a:lnTo>
                      <a:pt x="62095" y="30413"/>
                    </a:lnTo>
                    <a:cubicBezTo>
                      <a:pt x="62095" y="46984"/>
                      <a:pt x="48889" y="60762"/>
                      <a:pt x="30857" y="60762"/>
                    </a:cubicBezTo>
                    <a:cubicBezTo>
                      <a:pt x="13143" y="60698"/>
                      <a:pt x="0" y="47111"/>
                      <a:pt x="0" y="30603"/>
                    </a:cubicBezTo>
                    <a:close/>
                    <a:moveTo>
                      <a:pt x="48762" y="30603"/>
                    </a:moveTo>
                    <a:lnTo>
                      <a:pt x="48762" y="30413"/>
                    </a:lnTo>
                    <a:cubicBezTo>
                      <a:pt x="48762" y="20127"/>
                      <a:pt x="41397" y="11683"/>
                      <a:pt x="30921" y="11683"/>
                    </a:cubicBezTo>
                    <a:cubicBezTo>
                      <a:pt x="20254" y="11683"/>
                      <a:pt x="13397" y="20064"/>
                      <a:pt x="13397" y="30222"/>
                    </a:cubicBezTo>
                    <a:lnTo>
                      <a:pt x="13397" y="30413"/>
                    </a:lnTo>
                    <a:cubicBezTo>
                      <a:pt x="13397" y="40571"/>
                      <a:pt x="20762" y="49080"/>
                      <a:pt x="31174" y="49080"/>
                    </a:cubicBezTo>
                    <a:cubicBezTo>
                      <a:pt x="41905" y="49016"/>
                      <a:pt x="48762" y="40635"/>
                      <a:pt x="48762" y="3060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13"/>
              <p:cNvSpPr/>
              <p:nvPr/>
            </p:nvSpPr>
            <p:spPr>
              <a:xfrm>
                <a:off x="1379484" y="6615524"/>
                <a:ext cx="88634" cy="59554"/>
              </a:xfrm>
              <a:custGeom>
                <a:avLst/>
                <a:gdLst/>
                <a:ahLst/>
                <a:cxnLst/>
                <a:rect l="l" t="t" r="r" b="b"/>
                <a:pathLst>
                  <a:path w="88634" h="59554" extrusionOk="0">
                    <a:moveTo>
                      <a:pt x="0" y="1206"/>
                    </a:moveTo>
                    <a:lnTo>
                      <a:pt x="13460" y="1206"/>
                    </a:lnTo>
                    <a:lnTo>
                      <a:pt x="13460" y="10031"/>
                    </a:lnTo>
                    <a:cubicBezTo>
                      <a:pt x="17206" y="4825"/>
                      <a:pt x="22286" y="0"/>
                      <a:pt x="31238" y="0"/>
                    </a:cubicBezTo>
                    <a:cubicBezTo>
                      <a:pt x="39619" y="0"/>
                      <a:pt x="45587" y="4063"/>
                      <a:pt x="48635" y="10222"/>
                    </a:cubicBezTo>
                    <a:cubicBezTo>
                      <a:pt x="53270" y="4063"/>
                      <a:pt x="59428" y="0"/>
                      <a:pt x="68254" y="0"/>
                    </a:cubicBezTo>
                    <a:cubicBezTo>
                      <a:pt x="80952" y="0"/>
                      <a:pt x="88634" y="8063"/>
                      <a:pt x="88634" y="22285"/>
                    </a:cubicBezTo>
                    <a:lnTo>
                      <a:pt x="88634" y="59428"/>
                    </a:lnTo>
                    <a:lnTo>
                      <a:pt x="75301" y="59428"/>
                    </a:lnTo>
                    <a:lnTo>
                      <a:pt x="75301" y="26348"/>
                    </a:lnTo>
                    <a:cubicBezTo>
                      <a:pt x="75301" y="17079"/>
                      <a:pt x="70984" y="12126"/>
                      <a:pt x="63492" y="12126"/>
                    </a:cubicBezTo>
                    <a:cubicBezTo>
                      <a:pt x="56190" y="12126"/>
                      <a:pt x="51047" y="17206"/>
                      <a:pt x="51047" y="26603"/>
                    </a:cubicBezTo>
                    <a:lnTo>
                      <a:pt x="51047" y="59492"/>
                    </a:lnTo>
                    <a:lnTo>
                      <a:pt x="37714" y="59492"/>
                    </a:lnTo>
                    <a:lnTo>
                      <a:pt x="37714" y="26285"/>
                    </a:lnTo>
                    <a:cubicBezTo>
                      <a:pt x="37714" y="17270"/>
                      <a:pt x="33333" y="12190"/>
                      <a:pt x="25905" y="12190"/>
                    </a:cubicBezTo>
                    <a:cubicBezTo>
                      <a:pt x="18540" y="12190"/>
                      <a:pt x="13460" y="17714"/>
                      <a:pt x="13460" y="26666"/>
                    </a:cubicBezTo>
                    <a:lnTo>
                      <a:pt x="13460" y="59555"/>
                    </a:lnTo>
                    <a:lnTo>
                      <a:pt x="0" y="59555"/>
                    </a:lnTo>
                    <a:lnTo>
                      <a:pt x="0" y="120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65" name="Google Shape;65;p13"/>
            <p:cNvGrpSpPr/>
            <p:nvPr/>
          </p:nvGrpSpPr>
          <p:grpSpPr>
            <a:xfrm>
              <a:off x="265625" y="6323271"/>
              <a:ext cx="1249222" cy="190348"/>
              <a:chOff x="265625" y="6323271"/>
              <a:chExt cx="1249222" cy="190348"/>
            </a:xfrm>
          </p:grpSpPr>
          <p:sp>
            <p:nvSpPr>
              <p:cNvPr id="66" name="Google Shape;66;p13"/>
              <p:cNvSpPr/>
              <p:nvPr/>
            </p:nvSpPr>
            <p:spPr>
              <a:xfrm>
                <a:off x="745773" y="6327144"/>
                <a:ext cx="264126" cy="184633"/>
              </a:xfrm>
              <a:custGeom>
                <a:avLst/>
                <a:gdLst/>
                <a:ahLst/>
                <a:cxnLst/>
                <a:rect l="l" t="t" r="r" b="b"/>
                <a:pathLst>
                  <a:path w="264126" h="184633" extrusionOk="0">
                    <a:moveTo>
                      <a:pt x="250919" y="0"/>
                    </a:moveTo>
                    <a:cubicBezTo>
                      <a:pt x="243618" y="0"/>
                      <a:pt x="239808" y="4889"/>
                      <a:pt x="238031" y="10476"/>
                    </a:cubicBezTo>
                    <a:lnTo>
                      <a:pt x="191999" y="142412"/>
                    </a:lnTo>
                    <a:lnTo>
                      <a:pt x="146729" y="10857"/>
                    </a:lnTo>
                    <a:cubicBezTo>
                      <a:pt x="144634" y="4635"/>
                      <a:pt x="140126" y="64"/>
                      <a:pt x="132761" y="64"/>
                    </a:cubicBezTo>
                    <a:lnTo>
                      <a:pt x="131364" y="64"/>
                    </a:lnTo>
                    <a:cubicBezTo>
                      <a:pt x="124444" y="64"/>
                      <a:pt x="120253" y="4635"/>
                      <a:pt x="118158" y="10857"/>
                    </a:cubicBezTo>
                    <a:lnTo>
                      <a:pt x="72508" y="142412"/>
                    </a:lnTo>
                    <a:lnTo>
                      <a:pt x="27174" y="11175"/>
                    </a:lnTo>
                    <a:cubicBezTo>
                      <a:pt x="25079" y="4571"/>
                      <a:pt x="20571" y="0"/>
                      <a:pt x="13587" y="0"/>
                    </a:cubicBezTo>
                    <a:cubicBezTo>
                      <a:pt x="5587" y="0"/>
                      <a:pt x="0" y="6286"/>
                      <a:pt x="0" y="12889"/>
                    </a:cubicBezTo>
                    <a:cubicBezTo>
                      <a:pt x="0" y="15301"/>
                      <a:pt x="1016" y="18095"/>
                      <a:pt x="1714" y="20190"/>
                    </a:cubicBezTo>
                    <a:lnTo>
                      <a:pt x="56444" y="172507"/>
                    </a:lnTo>
                    <a:cubicBezTo>
                      <a:pt x="59238" y="180507"/>
                      <a:pt x="64762" y="184634"/>
                      <a:pt x="71428" y="184634"/>
                    </a:cubicBezTo>
                    <a:lnTo>
                      <a:pt x="72127" y="184634"/>
                    </a:lnTo>
                    <a:cubicBezTo>
                      <a:pt x="79111" y="184634"/>
                      <a:pt x="84317" y="180444"/>
                      <a:pt x="86730" y="172507"/>
                    </a:cubicBezTo>
                    <a:lnTo>
                      <a:pt x="132063" y="43111"/>
                    </a:lnTo>
                    <a:lnTo>
                      <a:pt x="176952" y="172507"/>
                    </a:lnTo>
                    <a:cubicBezTo>
                      <a:pt x="179428" y="180507"/>
                      <a:pt x="184634" y="184634"/>
                      <a:pt x="191618" y="184634"/>
                    </a:cubicBezTo>
                    <a:lnTo>
                      <a:pt x="192697" y="184634"/>
                    </a:lnTo>
                    <a:cubicBezTo>
                      <a:pt x="198920" y="184634"/>
                      <a:pt x="204507" y="180444"/>
                      <a:pt x="207364" y="172507"/>
                    </a:cubicBezTo>
                    <a:lnTo>
                      <a:pt x="262411" y="19873"/>
                    </a:lnTo>
                    <a:cubicBezTo>
                      <a:pt x="263110" y="17778"/>
                      <a:pt x="264126" y="14984"/>
                      <a:pt x="264126" y="12508"/>
                    </a:cubicBezTo>
                    <a:cubicBezTo>
                      <a:pt x="264189" y="5905"/>
                      <a:pt x="258602" y="0"/>
                      <a:pt x="250919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7" name="Google Shape;67;p13"/>
              <p:cNvSpPr/>
              <p:nvPr/>
            </p:nvSpPr>
            <p:spPr>
              <a:xfrm>
                <a:off x="1200945" y="6326827"/>
                <a:ext cx="102285" cy="184697"/>
              </a:xfrm>
              <a:custGeom>
                <a:avLst/>
                <a:gdLst/>
                <a:ahLst/>
                <a:cxnLst/>
                <a:rect l="l" t="t" r="r" b="b"/>
                <a:pathLst>
                  <a:path w="102285" h="184697" extrusionOk="0">
                    <a:moveTo>
                      <a:pt x="89015" y="317"/>
                    </a:moveTo>
                    <a:cubicBezTo>
                      <a:pt x="69524" y="317"/>
                      <a:pt x="40127" y="14476"/>
                      <a:pt x="26857" y="44507"/>
                    </a:cubicBezTo>
                    <a:lnTo>
                      <a:pt x="26857" y="13587"/>
                    </a:lnTo>
                    <a:cubicBezTo>
                      <a:pt x="26857" y="5905"/>
                      <a:pt x="20952" y="0"/>
                      <a:pt x="13206" y="0"/>
                    </a:cubicBezTo>
                    <a:cubicBezTo>
                      <a:pt x="5905" y="0"/>
                      <a:pt x="0" y="6286"/>
                      <a:pt x="0" y="13587"/>
                    </a:cubicBezTo>
                    <a:lnTo>
                      <a:pt x="0" y="171110"/>
                    </a:lnTo>
                    <a:cubicBezTo>
                      <a:pt x="0" y="178729"/>
                      <a:pt x="5905" y="184698"/>
                      <a:pt x="13587" y="184698"/>
                    </a:cubicBezTo>
                    <a:cubicBezTo>
                      <a:pt x="21270" y="184698"/>
                      <a:pt x="26857" y="178411"/>
                      <a:pt x="26857" y="171110"/>
                    </a:cubicBezTo>
                    <a:lnTo>
                      <a:pt x="26857" y="109904"/>
                    </a:lnTo>
                    <a:cubicBezTo>
                      <a:pt x="26857" y="57841"/>
                      <a:pt x="55492" y="31682"/>
                      <a:pt x="90412" y="27492"/>
                    </a:cubicBezTo>
                    <a:cubicBezTo>
                      <a:pt x="97396" y="26412"/>
                      <a:pt x="102285" y="21206"/>
                      <a:pt x="102285" y="13841"/>
                    </a:cubicBezTo>
                    <a:cubicBezTo>
                      <a:pt x="102349" y="6222"/>
                      <a:pt x="97079" y="317"/>
                      <a:pt x="89015" y="317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8" name="Google Shape;68;p13"/>
              <p:cNvSpPr/>
              <p:nvPr/>
            </p:nvSpPr>
            <p:spPr>
              <a:xfrm>
                <a:off x="1301262" y="6326700"/>
                <a:ext cx="166856" cy="186538"/>
              </a:xfrm>
              <a:custGeom>
                <a:avLst/>
                <a:gdLst/>
                <a:ahLst/>
                <a:cxnLst/>
                <a:rect l="l" t="t" r="r" b="b"/>
                <a:pathLst>
                  <a:path w="166856" h="186538" extrusionOk="0">
                    <a:moveTo>
                      <a:pt x="84825" y="0"/>
                    </a:moveTo>
                    <a:cubicBezTo>
                      <a:pt x="35873" y="0"/>
                      <a:pt x="0" y="41460"/>
                      <a:pt x="0" y="92888"/>
                    </a:cubicBezTo>
                    <a:lnTo>
                      <a:pt x="0" y="93587"/>
                    </a:lnTo>
                    <a:cubicBezTo>
                      <a:pt x="0" y="148888"/>
                      <a:pt x="39619" y="186538"/>
                      <a:pt x="88254" y="186538"/>
                    </a:cubicBezTo>
                    <a:cubicBezTo>
                      <a:pt x="118349" y="186538"/>
                      <a:pt x="138158" y="175809"/>
                      <a:pt x="154920" y="159618"/>
                    </a:cubicBezTo>
                    <a:cubicBezTo>
                      <a:pt x="157713" y="157206"/>
                      <a:pt x="159047" y="154095"/>
                      <a:pt x="159047" y="151047"/>
                    </a:cubicBezTo>
                    <a:cubicBezTo>
                      <a:pt x="159047" y="144825"/>
                      <a:pt x="153840" y="139618"/>
                      <a:pt x="147428" y="139618"/>
                    </a:cubicBezTo>
                    <a:cubicBezTo>
                      <a:pt x="144317" y="139618"/>
                      <a:pt x="141904" y="141015"/>
                      <a:pt x="139872" y="142666"/>
                    </a:cubicBezTo>
                    <a:cubicBezTo>
                      <a:pt x="126856" y="154793"/>
                      <a:pt x="110793" y="163364"/>
                      <a:pt x="88888" y="163364"/>
                    </a:cubicBezTo>
                    <a:cubicBezTo>
                      <a:pt x="57397" y="163364"/>
                      <a:pt x="30413" y="141586"/>
                      <a:pt x="26667" y="102920"/>
                    </a:cubicBezTo>
                    <a:lnTo>
                      <a:pt x="154539" y="102920"/>
                    </a:lnTo>
                    <a:cubicBezTo>
                      <a:pt x="161015" y="102920"/>
                      <a:pt x="166856" y="97714"/>
                      <a:pt x="166856" y="90476"/>
                    </a:cubicBezTo>
                    <a:cubicBezTo>
                      <a:pt x="166856" y="43111"/>
                      <a:pt x="137079" y="0"/>
                      <a:pt x="84825" y="0"/>
                    </a:cubicBezTo>
                    <a:close/>
                    <a:moveTo>
                      <a:pt x="26667" y="83238"/>
                    </a:moveTo>
                    <a:cubicBezTo>
                      <a:pt x="30032" y="48317"/>
                      <a:pt x="53333" y="22476"/>
                      <a:pt x="84127" y="22476"/>
                    </a:cubicBezTo>
                    <a:cubicBezTo>
                      <a:pt x="119301" y="22476"/>
                      <a:pt x="137841" y="50793"/>
                      <a:pt x="140571" y="83238"/>
                    </a:cubicBezTo>
                    <a:lnTo>
                      <a:pt x="26667" y="832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9" name="Google Shape;69;p13"/>
              <p:cNvSpPr/>
              <p:nvPr/>
            </p:nvSpPr>
            <p:spPr>
              <a:xfrm>
                <a:off x="1010406" y="6327144"/>
                <a:ext cx="157967" cy="186157"/>
              </a:xfrm>
              <a:custGeom>
                <a:avLst/>
                <a:gdLst/>
                <a:ahLst/>
                <a:cxnLst/>
                <a:rect l="l" t="t" r="r" b="b"/>
                <a:pathLst>
                  <a:path w="157967" h="186157" extrusionOk="0">
                    <a:moveTo>
                      <a:pt x="81460" y="0"/>
                    </a:moveTo>
                    <a:cubicBezTo>
                      <a:pt x="58476" y="0"/>
                      <a:pt x="45143" y="2539"/>
                      <a:pt x="27428" y="10222"/>
                    </a:cubicBezTo>
                    <a:cubicBezTo>
                      <a:pt x="22540" y="12381"/>
                      <a:pt x="20063" y="15809"/>
                      <a:pt x="20063" y="21397"/>
                    </a:cubicBezTo>
                    <a:cubicBezTo>
                      <a:pt x="20063" y="27619"/>
                      <a:pt x="25651" y="32889"/>
                      <a:pt x="31936" y="32889"/>
                    </a:cubicBezTo>
                    <a:cubicBezTo>
                      <a:pt x="33270" y="32889"/>
                      <a:pt x="35047" y="32508"/>
                      <a:pt x="36762" y="31809"/>
                    </a:cubicBezTo>
                    <a:cubicBezTo>
                      <a:pt x="49968" y="25904"/>
                      <a:pt x="60508" y="23619"/>
                      <a:pt x="78666" y="23619"/>
                    </a:cubicBezTo>
                    <a:cubicBezTo>
                      <a:pt x="112380" y="23619"/>
                      <a:pt x="132253" y="40317"/>
                      <a:pt x="132253" y="72698"/>
                    </a:cubicBezTo>
                    <a:lnTo>
                      <a:pt x="132253" y="78984"/>
                    </a:lnTo>
                    <a:cubicBezTo>
                      <a:pt x="116190" y="74476"/>
                      <a:pt x="99872" y="71301"/>
                      <a:pt x="76889" y="71301"/>
                    </a:cubicBezTo>
                    <a:cubicBezTo>
                      <a:pt x="31301" y="71301"/>
                      <a:pt x="0" y="91491"/>
                      <a:pt x="0" y="129460"/>
                    </a:cubicBezTo>
                    <a:lnTo>
                      <a:pt x="0" y="130158"/>
                    </a:lnTo>
                    <a:cubicBezTo>
                      <a:pt x="0" y="167047"/>
                      <a:pt x="33778" y="186157"/>
                      <a:pt x="67174" y="186157"/>
                    </a:cubicBezTo>
                    <a:cubicBezTo>
                      <a:pt x="98793" y="186157"/>
                      <a:pt x="119682" y="171554"/>
                      <a:pt x="132253" y="155174"/>
                    </a:cubicBezTo>
                    <a:lnTo>
                      <a:pt x="132253" y="172380"/>
                    </a:lnTo>
                    <a:cubicBezTo>
                      <a:pt x="132253" y="179364"/>
                      <a:pt x="137460" y="184951"/>
                      <a:pt x="145079" y="184951"/>
                    </a:cubicBezTo>
                    <a:cubicBezTo>
                      <a:pt x="152444" y="184951"/>
                      <a:pt x="157967" y="179364"/>
                      <a:pt x="157967" y="171745"/>
                    </a:cubicBezTo>
                    <a:lnTo>
                      <a:pt x="157967" y="72444"/>
                    </a:lnTo>
                    <a:cubicBezTo>
                      <a:pt x="157967" y="49460"/>
                      <a:pt x="151682" y="32063"/>
                      <a:pt x="139491" y="19936"/>
                    </a:cubicBezTo>
                    <a:cubicBezTo>
                      <a:pt x="126349" y="6603"/>
                      <a:pt x="106857" y="0"/>
                      <a:pt x="81460" y="0"/>
                    </a:cubicBezTo>
                    <a:close/>
                    <a:moveTo>
                      <a:pt x="132634" y="116253"/>
                    </a:moveTo>
                    <a:cubicBezTo>
                      <a:pt x="132634" y="144761"/>
                      <a:pt x="105460" y="164951"/>
                      <a:pt x="72444" y="164951"/>
                    </a:cubicBezTo>
                    <a:cubicBezTo>
                      <a:pt x="48063" y="164951"/>
                      <a:pt x="27174" y="151745"/>
                      <a:pt x="27174" y="129142"/>
                    </a:cubicBezTo>
                    <a:lnTo>
                      <a:pt x="27174" y="128444"/>
                    </a:lnTo>
                    <a:cubicBezTo>
                      <a:pt x="27174" y="105841"/>
                      <a:pt x="46032" y="91174"/>
                      <a:pt x="79682" y="91174"/>
                    </a:cubicBezTo>
                    <a:cubicBezTo>
                      <a:pt x="101587" y="91174"/>
                      <a:pt x="119365" y="95047"/>
                      <a:pt x="132571" y="98857"/>
                    </a:cubicBezTo>
                    <a:lnTo>
                      <a:pt x="132571" y="11625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0" name="Google Shape;70;p13"/>
              <p:cNvSpPr/>
              <p:nvPr/>
            </p:nvSpPr>
            <p:spPr>
              <a:xfrm>
                <a:off x="265625" y="6323271"/>
                <a:ext cx="468782" cy="190348"/>
              </a:xfrm>
              <a:custGeom>
                <a:avLst/>
                <a:gdLst/>
                <a:ahLst/>
                <a:cxnLst/>
                <a:rect l="l" t="t" r="r" b="b"/>
                <a:pathLst>
                  <a:path w="468782" h="190348" extrusionOk="0">
                    <a:moveTo>
                      <a:pt x="404466" y="0"/>
                    </a:moveTo>
                    <a:cubicBezTo>
                      <a:pt x="369418" y="0"/>
                      <a:pt x="347386" y="24317"/>
                      <a:pt x="347386" y="24317"/>
                    </a:cubicBezTo>
                    <a:cubicBezTo>
                      <a:pt x="335704" y="9142"/>
                      <a:pt x="319577" y="63"/>
                      <a:pt x="292339" y="63"/>
                    </a:cubicBezTo>
                    <a:cubicBezTo>
                      <a:pt x="263577" y="63"/>
                      <a:pt x="238435" y="24317"/>
                      <a:pt x="238435" y="24317"/>
                    </a:cubicBezTo>
                    <a:cubicBezTo>
                      <a:pt x="226752" y="9142"/>
                      <a:pt x="206879" y="63"/>
                      <a:pt x="190371" y="63"/>
                    </a:cubicBezTo>
                    <a:cubicBezTo>
                      <a:pt x="164911" y="63"/>
                      <a:pt x="144657" y="11238"/>
                      <a:pt x="132340" y="39492"/>
                    </a:cubicBezTo>
                    <a:lnTo>
                      <a:pt x="95896" y="125459"/>
                    </a:lnTo>
                    <a:lnTo>
                      <a:pt x="49102" y="15174"/>
                    </a:lnTo>
                    <a:cubicBezTo>
                      <a:pt x="43197" y="2286"/>
                      <a:pt x="28658" y="-3619"/>
                      <a:pt x="15071" y="2476"/>
                    </a:cubicBezTo>
                    <a:cubicBezTo>
                      <a:pt x="1483" y="8508"/>
                      <a:pt x="-3532" y="23619"/>
                      <a:pt x="2563" y="36571"/>
                    </a:cubicBezTo>
                    <a:lnTo>
                      <a:pt x="59705" y="160698"/>
                    </a:lnTo>
                    <a:cubicBezTo>
                      <a:pt x="68658" y="180126"/>
                      <a:pt x="78118" y="190348"/>
                      <a:pt x="95896" y="190348"/>
                    </a:cubicBezTo>
                    <a:cubicBezTo>
                      <a:pt x="114880" y="190348"/>
                      <a:pt x="123134" y="179237"/>
                      <a:pt x="132086" y="160698"/>
                    </a:cubicBezTo>
                    <a:cubicBezTo>
                      <a:pt x="132086" y="160698"/>
                      <a:pt x="181927" y="52190"/>
                      <a:pt x="182371" y="51111"/>
                    </a:cubicBezTo>
                    <a:cubicBezTo>
                      <a:pt x="182879" y="49904"/>
                      <a:pt x="184467" y="46412"/>
                      <a:pt x="189546" y="46476"/>
                    </a:cubicBezTo>
                    <a:cubicBezTo>
                      <a:pt x="193863" y="46539"/>
                      <a:pt x="197419" y="49904"/>
                      <a:pt x="197419" y="54476"/>
                    </a:cubicBezTo>
                    <a:lnTo>
                      <a:pt x="197419" y="160570"/>
                    </a:lnTo>
                    <a:cubicBezTo>
                      <a:pt x="197419" y="176888"/>
                      <a:pt x="206498" y="190285"/>
                      <a:pt x="223959" y="190285"/>
                    </a:cubicBezTo>
                    <a:cubicBezTo>
                      <a:pt x="241355" y="190285"/>
                      <a:pt x="250815" y="176888"/>
                      <a:pt x="250815" y="160570"/>
                    </a:cubicBezTo>
                    <a:lnTo>
                      <a:pt x="250815" y="73777"/>
                    </a:lnTo>
                    <a:cubicBezTo>
                      <a:pt x="250815" y="57015"/>
                      <a:pt x="262815" y="46158"/>
                      <a:pt x="279133" y="46158"/>
                    </a:cubicBezTo>
                    <a:cubicBezTo>
                      <a:pt x="295450" y="46158"/>
                      <a:pt x="306371" y="57396"/>
                      <a:pt x="306371" y="73777"/>
                    </a:cubicBezTo>
                    <a:lnTo>
                      <a:pt x="306371" y="160570"/>
                    </a:lnTo>
                    <a:cubicBezTo>
                      <a:pt x="306371" y="176888"/>
                      <a:pt x="315450" y="190285"/>
                      <a:pt x="332910" y="190285"/>
                    </a:cubicBezTo>
                    <a:cubicBezTo>
                      <a:pt x="350371" y="190285"/>
                      <a:pt x="359831" y="176888"/>
                      <a:pt x="359831" y="160570"/>
                    </a:cubicBezTo>
                    <a:lnTo>
                      <a:pt x="359831" y="73777"/>
                    </a:lnTo>
                    <a:cubicBezTo>
                      <a:pt x="359831" y="57015"/>
                      <a:pt x="371767" y="46158"/>
                      <a:pt x="388148" y="46158"/>
                    </a:cubicBezTo>
                    <a:cubicBezTo>
                      <a:pt x="404466" y="46158"/>
                      <a:pt x="415386" y="57396"/>
                      <a:pt x="415386" y="73777"/>
                    </a:cubicBezTo>
                    <a:lnTo>
                      <a:pt x="415386" y="160570"/>
                    </a:lnTo>
                    <a:cubicBezTo>
                      <a:pt x="415386" y="176888"/>
                      <a:pt x="424465" y="190285"/>
                      <a:pt x="441926" y="190285"/>
                    </a:cubicBezTo>
                    <a:cubicBezTo>
                      <a:pt x="459322" y="190285"/>
                      <a:pt x="468783" y="176888"/>
                      <a:pt x="468783" y="160570"/>
                    </a:cubicBezTo>
                    <a:lnTo>
                      <a:pt x="468783" y="61777"/>
                    </a:lnTo>
                    <a:cubicBezTo>
                      <a:pt x="468783" y="25460"/>
                      <a:pt x="439576" y="0"/>
                      <a:pt x="404466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1" name="Google Shape;71;p13"/>
              <p:cNvSpPr/>
              <p:nvPr/>
            </p:nvSpPr>
            <p:spPr>
              <a:xfrm>
                <a:off x="1470340" y="6326700"/>
                <a:ext cx="44507" cy="44761"/>
              </a:xfrm>
              <a:custGeom>
                <a:avLst/>
                <a:gdLst/>
                <a:ahLst/>
                <a:cxnLst/>
                <a:rect l="l" t="t" r="r" b="b"/>
                <a:pathLst>
                  <a:path w="44507" h="44761" extrusionOk="0">
                    <a:moveTo>
                      <a:pt x="22222" y="0"/>
                    </a:moveTo>
                    <a:cubicBezTo>
                      <a:pt x="9841" y="0"/>
                      <a:pt x="0" y="10222"/>
                      <a:pt x="0" y="22349"/>
                    </a:cubicBezTo>
                    <a:lnTo>
                      <a:pt x="0" y="22476"/>
                    </a:lnTo>
                    <a:cubicBezTo>
                      <a:pt x="0" y="34667"/>
                      <a:pt x="9651" y="44762"/>
                      <a:pt x="22222" y="44762"/>
                    </a:cubicBezTo>
                    <a:cubicBezTo>
                      <a:pt x="34666" y="44762"/>
                      <a:pt x="44508" y="34540"/>
                      <a:pt x="44508" y="22349"/>
                    </a:cubicBezTo>
                    <a:lnTo>
                      <a:pt x="44508" y="22222"/>
                    </a:lnTo>
                    <a:cubicBezTo>
                      <a:pt x="44508" y="10095"/>
                      <a:pt x="34793" y="0"/>
                      <a:pt x="22222" y="0"/>
                    </a:cubicBezTo>
                    <a:close/>
                    <a:moveTo>
                      <a:pt x="40190" y="22349"/>
                    </a:moveTo>
                    <a:cubicBezTo>
                      <a:pt x="40190" y="32317"/>
                      <a:pt x="32381" y="40634"/>
                      <a:pt x="22222" y="40634"/>
                    </a:cubicBezTo>
                    <a:cubicBezTo>
                      <a:pt x="11936" y="40634"/>
                      <a:pt x="4190" y="32508"/>
                      <a:pt x="4190" y="22476"/>
                    </a:cubicBezTo>
                    <a:lnTo>
                      <a:pt x="4190" y="22349"/>
                    </a:lnTo>
                    <a:cubicBezTo>
                      <a:pt x="4190" y="12445"/>
                      <a:pt x="12000" y="4127"/>
                      <a:pt x="22222" y="4127"/>
                    </a:cubicBezTo>
                    <a:cubicBezTo>
                      <a:pt x="32508" y="4064"/>
                      <a:pt x="40190" y="12254"/>
                      <a:pt x="40190" y="22349"/>
                    </a:cubicBezTo>
                    <a:lnTo>
                      <a:pt x="40190" y="223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2" name="Google Shape;72;p13"/>
              <p:cNvSpPr/>
              <p:nvPr/>
            </p:nvSpPr>
            <p:spPr>
              <a:xfrm>
                <a:off x="1484118" y="6337811"/>
                <a:ext cx="17968" cy="21714"/>
              </a:xfrm>
              <a:custGeom>
                <a:avLst/>
                <a:gdLst/>
                <a:ahLst/>
                <a:cxnLst/>
                <a:rect l="l" t="t" r="r" b="b"/>
                <a:pathLst>
                  <a:path w="17968" h="21714" extrusionOk="0">
                    <a:moveTo>
                      <a:pt x="9778" y="0"/>
                    </a:moveTo>
                    <a:lnTo>
                      <a:pt x="2349" y="0"/>
                    </a:lnTo>
                    <a:cubicBezTo>
                      <a:pt x="1016" y="0"/>
                      <a:pt x="0" y="1079"/>
                      <a:pt x="0" y="2413"/>
                    </a:cubicBezTo>
                    <a:lnTo>
                      <a:pt x="0" y="19365"/>
                    </a:lnTo>
                    <a:cubicBezTo>
                      <a:pt x="0" y="20698"/>
                      <a:pt x="1016" y="21714"/>
                      <a:pt x="2349" y="21714"/>
                    </a:cubicBezTo>
                    <a:cubicBezTo>
                      <a:pt x="3683" y="21714"/>
                      <a:pt x="4698" y="20635"/>
                      <a:pt x="4698" y="19365"/>
                    </a:cubicBezTo>
                    <a:lnTo>
                      <a:pt x="4698" y="14667"/>
                    </a:lnTo>
                    <a:lnTo>
                      <a:pt x="8444" y="14667"/>
                    </a:lnTo>
                    <a:lnTo>
                      <a:pt x="13079" y="20508"/>
                    </a:lnTo>
                    <a:cubicBezTo>
                      <a:pt x="13651" y="21143"/>
                      <a:pt x="14349" y="21714"/>
                      <a:pt x="15428" y="21714"/>
                    </a:cubicBezTo>
                    <a:cubicBezTo>
                      <a:pt x="16571" y="21714"/>
                      <a:pt x="17714" y="20825"/>
                      <a:pt x="17714" y="19492"/>
                    </a:cubicBezTo>
                    <a:cubicBezTo>
                      <a:pt x="17714" y="18794"/>
                      <a:pt x="17397" y="18286"/>
                      <a:pt x="16952" y="17714"/>
                    </a:cubicBezTo>
                    <a:lnTo>
                      <a:pt x="13651" y="13714"/>
                    </a:lnTo>
                    <a:cubicBezTo>
                      <a:pt x="16254" y="12635"/>
                      <a:pt x="17968" y="10539"/>
                      <a:pt x="17968" y="7111"/>
                    </a:cubicBezTo>
                    <a:lnTo>
                      <a:pt x="17968" y="7047"/>
                    </a:lnTo>
                    <a:cubicBezTo>
                      <a:pt x="17968" y="5079"/>
                      <a:pt x="17333" y="3365"/>
                      <a:pt x="16063" y="2159"/>
                    </a:cubicBezTo>
                    <a:cubicBezTo>
                      <a:pt x="14667" y="825"/>
                      <a:pt x="12571" y="0"/>
                      <a:pt x="9778" y="0"/>
                    </a:cubicBezTo>
                    <a:close/>
                    <a:moveTo>
                      <a:pt x="13079" y="7428"/>
                    </a:moveTo>
                    <a:cubicBezTo>
                      <a:pt x="13079" y="9270"/>
                      <a:pt x="11809" y="10476"/>
                      <a:pt x="9460" y="10476"/>
                    </a:cubicBezTo>
                    <a:lnTo>
                      <a:pt x="4698" y="10476"/>
                    </a:lnTo>
                    <a:lnTo>
                      <a:pt x="4698" y="4317"/>
                    </a:lnTo>
                    <a:lnTo>
                      <a:pt x="9397" y="4317"/>
                    </a:lnTo>
                    <a:cubicBezTo>
                      <a:pt x="11682" y="4317"/>
                      <a:pt x="13079" y="5397"/>
                      <a:pt x="13079" y="7365"/>
                    </a:cubicBezTo>
                    <a:lnTo>
                      <a:pt x="13079" y="74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3" name="Google Shape;73;p13"/>
          <p:cNvSpPr/>
          <p:nvPr/>
        </p:nvSpPr>
        <p:spPr>
          <a:xfrm>
            <a:off x="0" y="0"/>
            <a:ext cx="9139286" cy="56153"/>
          </a:xfrm>
          <a:custGeom>
            <a:avLst/>
            <a:gdLst/>
            <a:ahLst/>
            <a:cxnLst/>
            <a:rect l="l" t="t" r="r" b="b"/>
            <a:pathLst>
              <a:path w="12185715" h="74871" extrusionOk="0">
                <a:moveTo>
                  <a:pt x="0" y="0"/>
                </a:moveTo>
                <a:lnTo>
                  <a:pt x="12185716" y="0"/>
                </a:lnTo>
                <a:lnTo>
                  <a:pt x="12185716" y="74871"/>
                </a:lnTo>
                <a:lnTo>
                  <a:pt x="0" y="74871"/>
                </a:lnTo>
                <a:close/>
              </a:path>
            </a:pathLst>
          </a:custGeom>
          <a:gradFill>
            <a:gsLst>
              <a:gs pos="0">
                <a:schemeClr val="accent4"/>
              </a:gs>
              <a:gs pos="25000">
                <a:schemeClr val="accent1"/>
              </a:gs>
              <a:gs pos="50000">
                <a:schemeClr val="accent3"/>
              </a:gs>
              <a:gs pos="75000">
                <a:schemeClr val="accent2"/>
              </a:gs>
              <a:gs pos="100000">
                <a:schemeClr val="accent5"/>
              </a:gs>
            </a:gsLst>
            <a:lin ang="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13"/>
          <p:cNvSpPr txBox="1"/>
          <p:nvPr/>
        </p:nvSpPr>
        <p:spPr>
          <a:xfrm>
            <a:off x="1234134" y="4846124"/>
            <a:ext cx="26817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Copyright © 2026 Broadcom.  </a:t>
            </a:r>
            <a:endParaRPr sz="110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00"/>
              <a:buFont typeface="Arial"/>
              <a:buNone/>
            </a:pPr>
            <a:r>
              <a:rPr lang="en" sz="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Rights Reserved. The term “Broadcom” refers to Broadcom Inc. and/or its subsidiaries.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90" r:id="rId29"/>
    <p:sldLayoutId id="2147483691" r:id="rId30"/>
    <p:sldLayoutId id="2147483692" r:id="rId31"/>
    <p:sldLayoutId id="2147483693" r:id="rId32"/>
    <p:sldLayoutId id="2147483694" r:id="rId33"/>
    <p:sldLayoutId id="2147483695" r:id="rId34"/>
    <p:sldLayoutId id="2147483696" r:id="rId35"/>
    <p:sldLayoutId id="2147483697" r:id="rId36"/>
    <p:sldLayoutId id="2147483698" r:id="rId37"/>
    <p:sldLayoutId id="2147483699" r:id="rId38"/>
    <p:sldLayoutId id="2147483700" r:id="rId39"/>
    <p:sldLayoutId id="2147483701" r:id="rId40"/>
    <p:sldLayoutId id="2147483702" r:id="rId41"/>
    <p:sldLayoutId id="2147483703" r:id="rId42"/>
    <p:sldLayoutId id="2147483704" r:id="rId43"/>
    <p:sldLayoutId id="2147483705" r:id="rId4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1404">
          <p15:clr>
            <a:srgbClr val="F26B43"/>
          </p15:clr>
        </p15:guide>
        <p15:guide id="4" orient="horz" pos="1188">
          <p15:clr>
            <a:srgbClr val="F26B43"/>
          </p15:clr>
        </p15:guide>
        <p15:guide id="5" orient="horz" pos="972">
          <p15:clr>
            <a:srgbClr val="F26B43"/>
          </p15:clr>
        </p15:guide>
        <p15:guide id="6" orient="horz" pos="756">
          <p15:clr>
            <a:srgbClr val="F26B43"/>
          </p15:clr>
        </p15:guide>
        <p15:guide id="7" orient="horz" pos="540">
          <p15:clr>
            <a:srgbClr val="F26B43"/>
          </p15:clr>
        </p15:guide>
        <p15:guide id="8" orient="horz" pos="432">
          <p15:clr>
            <a:srgbClr val="F26B43"/>
          </p15:clr>
        </p15:guide>
        <p15:guide id="9" orient="horz" pos="216">
          <p15:clr>
            <a:srgbClr val="F26B43"/>
          </p15:clr>
        </p15:guide>
        <p15:guide id="10" orient="horz">
          <p15:clr>
            <a:srgbClr val="F26B43"/>
          </p15:clr>
        </p15:guide>
        <p15:guide id="11" orient="horz" pos="1836">
          <p15:clr>
            <a:srgbClr val="F26B43"/>
          </p15:clr>
        </p15:guide>
        <p15:guide id="12" orient="horz" pos="2052">
          <p15:clr>
            <a:srgbClr val="F26B43"/>
          </p15:clr>
        </p15:guide>
        <p15:guide id="13" orient="horz" pos="2268">
          <p15:clr>
            <a:srgbClr val="F26B43"/>
          </p15:clr>
        </p15:guide>
        <p15:guide id="14" orient="horz" pos="2484">
          <p15:clr>
            <a:srgbClr val="F26B43"/>
          </p15:clr>
        </p15:guide>
        <p15:guide id="15" orient="horz" pos="2700">
          <p15:clr>
            <a:srgbClr val="F26B43"/>
          </p15:clr>
        </p15:guide>
        <p15:guide id="16" orient="horz" pos="2916">
          <p15:clr>
            <a:srgbClr val="F26B43"/>
          </p15:clr>
        </p15:guide>
        <p15:guide id="17" orient="horz" pos="3024">
          <p15:clr>
            <a:srgbClr val="F26B43"/>
          </p15:clr>
        </p15:guide>
        <p15:guide id="18" pos="2664">
          <p15:clr>
            <a:srgbClr val="F26B43"/>
          </p15:clr>
        </p15:guide>
        <p15:guide id="19" pos="2448">
          <p15:clr>
            <a:srgbClr val="F26B43"/>
          </p15:clr>
        </p15:guide>
        <p15:guide id="20" pos="2232">
          <p15:clr>
            <a:srgbClr val="F26B43"/>
          </p15:clr>
        </p15:guide>
        <p15:guide id="21" pos="2016">
          <p15:clr>
            <a:srgbClr val="F26B43"/>
          </p15:clr>
        </p15:guide>
        <p15:guide id="22" pos="1800">
          <p15:clr>
            <a:srgbClr val="F26B43"/>
          </p15:clr>
        </p15:guide>
        <p15:guide id="23" pos="1584">
          <p15:clr>
            <a:srgbClr val="F26B43"/>
          </p15:clr>
        </p15:guide>
        <p15:guide id="24" pos="1368">
          <p15:clr>
            <a:srgbClr val="F26B43"/>
          </p15:clr>
        </p15:guide>
        <p15:guide id="25" pos="1152">
          <p15:clr>
            <a:srgbClr val="F26B43"/>
          </p15:clr>
        </p15:guide>
        <p15:guide id="26" pos="935">
          <p15:clr>
            <a:srgbClr val="F26B43"/>
          </p15:clr>
        </p15:guide>
        <p15:guide id="27" pos="719">
          <p15:clr>
            <a:srgbClr val="F26B43"/>
          </p15:clr>
        </p15:guide>
        <p15:guide id="28" pos="503">
          <p15:clr>
            <a:srgbClr val="F26B43"/>
          </p15:clr>
        </p15:guide>
        <p15:guide id="29" pos="287">
          <p15:clr>
            <a:srgbClr val="F26B43"/>
          </p15:clr>
        </p15:guide>
        <p15:guide id="30" pos="3096">
          <p15:clr>
            <a:srgbClr val="F26B43"/>
          </p15:clr>
        </p15:guide>
        <p15:guide id="31" pos="3312">
          <p15:clr>
            <a:srgbClr val="F26B43"/>
          </p15:clr>
        </p15:guide>
        <p15:guide id="32" pos="3528">
          <p15:clr>
            <a:srgbClr val="F26B43"/>
          </p15:clr>
        </p15:guide>
        <p15:guide id="33" pos="3744">
          <p15:clr>
            <a:srgbClr val="F26B43"/>
          </p15:clr>
        </p15:guide>
        <p15:guide id="34" pos="3960">
          <p15:clr>
            <a:srgbClr val="F26B43"/>
          </p15:clr>
        </p15:guide>
        <p15:guide id="35" pos="4176">
          <p15:clr>
            <a:srgbClr val="F26B43"/>
          </p15:clr>
        </p15:guide>
        <p15:guide id="36" pos="4392">
          <p15:clr>
            <a:srgbClr val="F26B43"/>
          </p15:clr>
        </p15:guide>
        <p15:guide id="37" pos="4608">
          <p15:clr>
            <a:srgbClr val="F26B43"/>
          </p15:clr>
        </p15:guide>
        <p15:guide id="38" pos="4825">
          <p15:clr>
            <a:srgbClr val="F26B43"/>
          </p15:clr>
        </p15:guide>
        <p15:guide id="39" pos="5041">
          <p15:clr>
            <a:srgbClr val="F26B43"/>
          </p15:clr>
        </p15:guide>
        <p15:guide id="40" pos="5257">
          <p15:clr>
            <a:srgbClr val="F26B43"/>
          </p15:clr>
        </p15:guide>
        <p15:guide id="41" pos="5473">
          <p15:clr>
            <a:srgbClr val="F26B43"/>
          </p15:clr>
        </p15:guide>
        <p15:guide id="42" pos="5760">
          <p15:clr>
            <a:srgbClr val="F26B43"/>
          </p15:clr>
        </p15:guide>
        <p15:guide id="43" orient="horz" pos="3240">
          <p15:clr>
            <a:srgbClr val="F26B43"/>
          </p15:clr>
        </p15:guide>
        <p15:guide id="4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64"/>
          <p:cNvSpPr txBox="1">
            <a:spLocks noGrp="1"/>
          </p:cNvSpPr>
          <p:nvPr>
            <p:ph type="body" idx="2"/>
          </p:nvPr>
        </p:nvSpPr>
        <p:spPr>
          <a:xfrm>
            <a:off x="441485" y="414427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 smtClean="0"/>
              <a:t>CODEQT1177LV</a:t>
            </a:r>
            <a:endParaRPr dirty="0"/>
          </a:p>
        </p:txBody>
      </p:sp>
      <p:sp>
        <p:nvSpPr>
          <p:cNvPr id="1103" name="Google Shape;1103;p64"/>
          <p:cNvSpPr txBox="1">
            <a:spLocks noGrp="1"/>
          </p:cNvSpPr>
          <p:nvPr>
            <p:ph type="body" idx="3"/>
          </p:nvPr>
        </p:nvSpPr>
        <p:spPr>
          <a:xfrm>
            <a:off x="441485" y="4420654"/>
            <a:ext cx="41304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 smtClean="0"/>
              <a:t>#</a:t>
            </a:r>
            <a:r>
              <a:rPr lang="en-US" dirty="0" err="1" smtClean="0"/>
              <a:t>VMwareExplore</a:t>
            </a:r>
            <a:r>
              <a:rPr lang="en-US" dirty="0" smtClean="0"/>
              <a:t> #CODEQT1177LV</a:t>
            </a:r>
            <a:endParaRPr dirty="0"/>
          </a:p>
        </p:txBody>
      </p:sp>
      <p:sp>
        <p:nvSpPr>
          <p:cNvPr id="1105" name="Google Shape;1105;p64"/>
          <p:cNvSpPr txBox="1">
            <a:spLocks noGrp="1"/>
          </p:cNvSpPr>
          <p:nvPr>
            <p:ph type="body" idx="5"/>
          </p:nvPr>
        </p:nvSpPr>
        <p:spPr>
          <a:xfrm>
            <a:off x="441837" y="2370535"/>
            <a:ext cx="41304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-US" dirty="0" smtClean="0"/>
              <a:t>Loop Swoop and Pool</a:t>
            </a:r>
            <a:endParaRPr dirty="0"/>
          </a:p>
        </p:txBody>
      </p:sp>
      <p:sp>
        <p:nvSpPr>
          <p:cNvPr id="1106" name="Google Shape;1106;p64"/>
          <p:cNvSpPr txBox="1">
            <a:spLocks noGrp="1"/>
          </p:cNvSpPr>
          <p:nvPr>
            <p:ph type="body" idx="6"/>
          </p:nvPr>
        </p:nvSpPr>
        <p:spPr>
          <a:xfrm>
            <a:off x="441660" y="3334232"/>
            <a:ext cx="4130400" cy="3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</a:pPr>
            <a:r>
              <a:rPr lang="en-US" sz="1400" dirty="0" err="1" smtClean="0"/>
              <a:t>PowerCLI</a:t>
            </a:r>
            <a:r>
              <a:rPr lang="en-US" sz="1400" dirty="0" smtClean="0"/>
              <a:t> will be as easy as Tying your Shoes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900"/>
              <a:buNone/>
            </a:pP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Justin P. Sider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3397415" y="1108425"/>
            <a:ext cx="4356456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1400" dirty="0"/>
              <a:t>Chief Information Officer – Belay Technologies</a:t>
            </a:r>
          </a:p>
          <a:p>
            <a:pPr lvl="1"/>
            <a:r>
              <a:rPr lang="en-US" sz="1000" dirty="0"/>
              <a:t>https://belaytech.com</a:t>
            </a:r>
          </a:p>
          <a:p>
            <a:pPr lvl="1"/>
            <a:r>
              <a:rPr lang="en-US" sz="1000" dirty="0"/>
              <a:t>https://summitrts.com</a:t>
            </a:r>
          </a:p>
          <a:p>
            <a:r>
              <a:rPr lang="en-US" sz="1400" dirty="0"/>
              <a:t>Personal Blog</a:t>
            </a:r>
          </a:p>
          <a:p>
            <a:pPr lvl="1"/>
            <a:r>
              <a:rPr lang="en-US" sz="1000" dirty="0"/>
              <a:t>https://invoke-automation.blog</a:t>
            </a:r>
          </a:p>
          <a:p>
            <a:r>
              <a:rPr lang="en-US" sz="1400" dirty="0"/>
              <a:t>GitHub</a:t>
            </a:r>
          </a:p>
          <a:p>
            <a:pPr lvl="1"/>
            <a:r>
              <a:rPr lang="en-US" sz="1000" dirty="0"/>
              <a:t>https://github.com/jpsider</a:t>
            </a:r>
          </a:p>
          <a:p>
            <a:r>
              <a:rPr lang="en-US" sz="1400" dirty="0"/>
              <a:t>Twitter (X)/Slack</a:t>
            </a:r>
          </a:p>
          <a:p>
            <a:pPr lvl="1"/>
            <a:r>
              <a:rPr lang="en-US" sz="1000" dirty="0"/>
              <a:t>jpsider</a:t>
            </a:r>
          </a:p>
          <a:p>
            <a:r>
              <a:rPr lang="en-US" sz="1400" dirty="0"/>
              <a:t>VMware Community</a:t>
            </a:r>
          </a:p>
          <a:p>
            <a:pPr lvl="1"/>
            <a:r>
              <a:rPr lang="en-US" sz="1000" dirty="0" err="1"/>
              <a:t>vExpert</a:t>
            </a:r>
            <a:r>
              <a:rPr lang="en-US" sz="1000" dirty="0"/>
              <a:t>, VMUG Co-Leader, VMUG BOD (VP)</a:t>
            </a:r>
          </a:p>
          <a:p>
            <a:endParaRPr lang="en-US" sz="105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5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396" y="1242237"/>
            <a:ext cx="1064319" cy="157415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2334" y="3678072"/>
            <a:ext cx="1584563" cy="102439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9921" y="3418764"/>
            <a:ext cx="1064861" cy="104130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8240" y="1908153"/>
            <a:ext cx="1479625" cy="14833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Agenda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Loop Types (Creating 5 linked clones with each loop)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For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ForEach</a:t>
            </a:r>
            <a:r>
              <a:rPr lang="en-US" dirty="0" smtClean="0"/>
              <a:t>-Object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ForEach</a:t>
            </a:r>
            <a:endParaRPr lang="en-US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While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Do While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Do Until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Break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Continue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755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For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Standard loop – ideally, you want to know how many times you want to repeat an action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56165" y="1086685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400" dirty="0">
                <a:solidFill>
                  <a:schemeClr val="bg2">
                    <a:lumMod val="50000"/>
                    <a:lumOff val="50000"/>
                  </a:schemeClr>
                </a:solidFill>
              </a:rPr>
              <a:t>For</a:t>
            </a:r>
            <a:r>
              <a:rPr lang="en-US" sz="1400" dirty="0"/>
              <a:t> ($</a:t>
            </a:r>
            <a:r>
              <a:rPr lang="en-US" sz="1400" dirty="0" err="1"/>
              <a:t>i</a:t>
            </a:r>
            <a:r>
              <a:rPr lang="en-US" sz="1400" dirty="0"/>
              <a:t>=0; $</a:t>
            </a:r>
            <a:r>
              <a:rPr lang="en-US" sz="1400" dirty="0" err="1"/>
              <a:t>i</a:t>
            </a:r>
            <a:r>
              <a:rPr lang="en-US" sz="1400" dirty="0"/>
              <a:t> -le 5; $</a:t>
            </a:r>
            <a:r>
              <a:rPr lang="en-US" sz="1400" dirty="0" err="1"/>
              <a:t>i</a:t>
            </a:r>
            <a:r>
              <a:rPr lang="en-US" sz="1400" dirty="0"/>
              <a:t>++) </a:t>
            </a:r>
          </a:p>
          <a:p>
            <a:pPr marL="139700" indent="0">
              <a:buNone/>
            </a:pPr>
            <a:r>
              <a:rPr lang="en-US" sz="1400" dirty="0" smtClean="0"/>
              <a:t>{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# Set the name of the new </a:t>
            </a:r>
            <a:r>
              <a:rPr lang="en-US" sz="1400" dirty="0" err="1" smtClean="0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4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 smtClean="0"/>
              <a:t>    $</a:t>
            </a:r>
            <a:r>
              <a:rPr lang="en-US" sz="1400" dirty="0" err="1"/>
              <a:t>vmName</a:t>
            </a:r>
            <a:r>
              <a:rPr lang="en-US" sz="1400" dirty="0"/>
              <a:t> = “</a:t>
            </a:r>
            <a:r>
              <a:rPr lang="en-US" sz="1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test_</a:t>
            </a:r>
            <a:r>
              <a:rPr lang="en-US" sz="1400" dirty="0"/>
              <a:t>” + $</a:t>
            </a:r>
            <a:r>
              <a:rPr lang="en-US" sz="1400" dirty="0" err="1" smtClean="0"/>
              <a:t>i</a:t>
            </a:r>
            <a:endParaRPr lang="en-US" sz="1400" dirty="0"/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# Splat the parameters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400" dirty="0" smtClean="0">
                <a:solidFill>
                  <a:schemeClr val="tx1"/>
                </a:solidFill>
              </a:rPr>
              <a:t>Name 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4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</a:t>
            </a:r>
            <a:r>
              <a:rPr lang="en-US" sz="1400" dirty="0" smtClean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Datastore</a:t>
            </a:r>
            <a:r>
              <a:rPr lang="en-US" sz="1400" dirty="0" smtClean="0">
                <a:solidFill>
                  <a:schemeClr val="tx1"/>
                </a:solidFill>
              </a:rPr>
              <a:t> = “</a:t>
            </a:r>
            <a:r>
              <a:rPr lang="en-US" sz="1400" dirty="0" err="1" smtClean="0">
                <a:solidFill>
                  <a:schemeClr val="tx1"/>
                </a:solidFill>
              </a:rPr>
              <a:t>vSan</a:t>
            </a:r>
            <a:r>
              <a:rPr lang="en-US" sz="1400" dirty="0" smtClean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LinkedClone</a:t>
            </a:r>
            <a:r>
              <a:rPr lang="en-US" sz="1400" dirty="0" smtClean="0">
                <a:solidFill>
                  <a:schemeClr val="tx1"/>
                </a:solidFill>
              </a:rPr>
              <a:t> 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ReferenceSnapShot</a:t>
            </a:r>
            <a:r>
              <a:rPr lang="en-US" sz="1400" dirty="0" smtClean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       </a:t>
            </a:r>
            <a:r>
              <a:rPr lang="en-US" sz="1400" dirty="0" err="1" smtClean="0">
                <a:solidFill>
                  <a:schemeClr val="tx1"/>
                </a:solidFill>
              </a:rPr>
              <a:t>VMHost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dirty="0" smtClean="0">
                <a:solidFill>
                  <a:schemeClr val="tx1"/>
                </a:solidFill>
              </a:rPr>
              <a:t>= </a:t>
            </a:r>
            <a:r>
              <a:rPr lang="en-US" sz="14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4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4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400" dirty="0" smtClean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400" dirty="0" err="1" smtClean="0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400" dirty="0" smtClean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as a linked clone</a:t>
            </a:r>
            <a:endParaRPr lang="en-US" sz="14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400" dirty="0" smtClean="0"/>
              <a:t>    </a:t>
            </a:r>
            <a:r>
              <a:rPr lang="en-US" sz="14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400" dirty="0" smtClean="0">
                <a:solidFill>
                  <a:schemeClr val="tx1"/>
                </a:solidFill>
              </a:rPr>
              <a:t>@</a:t>
            </a:r>
            <a:r>
              <a:rPr lang="en-US" sz="1400" dirty="0" err="1" smtClean="0">
                <a:solidFill>
                  <a:schemeClr val="tx1"/>
                </a:solidFill>
              </a:rPr>
              <a:t>Params</a:t>
            </a:r>
            <a:endParaRPr lang="en-US" sz="1400" dirty="0" smtClean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13291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err="1" smtClean="0"/>
              <a:t>ForEach</a:t>
            </a:r>
            <a:r>
              <a:rPr lang="en-US" dirty="0" smtClean="0"/>
              <a:t>-Object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each object in the Pipeline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200" dirty="0"/>
              <a:t>1..5 | </a:t>
            </a:r>
            <a:r>
              <a:rPr lang="en-US" sz="1200" dirty="0" err="1" smtClean="0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sz="1200" dirty="0" smtClean="0">
                <a:solidFill>
                  <a:schemeClr val="accent6">
                    <a:lumMod val="50000"/>
                  </a:schemeClr>
                </a:solidFill>
              </a:rPr>
              <a:t>-Object </a:t>
            </a:r>
            <a:r>
              <a:rPr lang="en-US" sz="1200" dirty="0" smtClean="0"/>
              <a:t>{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Note, this curly has to be on the same line as the </a:t>
            </a:r>
            <a:r>
              <a:rPr lang="en-US" sz="1200" dirty="0" err="1" smtClean="0">
                <a:solidFill>
                  <a:schemeClr val="bg1">
                    <a:lumMod val="65000"/>
                  </a:schemeClr>
                </a:solidFill>
              </a:rPr>
              <a:t>ForEach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-Object</a:t>
            </a:r>
            <a:endParaRPr lang="en-US" sz="12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    $</a:t>
            </a:r>
            <a:r>
              <a:rPr lang="en-US" sz="1200" dirty="0"/>
              <a:t>Number = 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$_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# Set the name of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    $</a:t>
            </a:r>
            <a:r>
              <a:rPr lang="en-US" sz="1200" dirty="0" err="1"/>
              <a:t>vmName</a:t>
            </a:r>
            <a:r>
              <a:rPr lang="en-US" sz="1200" dirty="0"/>
              <a:t> = “test_” +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</a:t>
            </a:r>
            <a:r>
              <a:rPr lang="en-US" sz="1200" dirty="0"/>
              <a:t>    </a:t>
            </a:r>
            <a:endParaRPr lang="en-US" sz="1200" dirty="0" smtClean="0"/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# Splat the parameters</a:t>
            </a:r>
            <a:endParaRPr lang="en-US" sz="1200" dirty="0"/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>
                <a:solidFill>
                  <a:schemeClr val="tx1"/>
                </a:solidFill>
              </a:rPr>
              <a:t>Name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Datastore</a:t>
            </a:r>
            <a:r>
              <a:rPr lang="en-US" sz="1200" dirty="0">
                <a:solidFill>
                  <a:schemeClr val="tx1"/>
                </a:solidFill>
              </a:rPr>
              <a:t> = “</a:t>
            </a:r>
            <a:r>
              <a:rPr lang="en-US" sz="1200" dirty="0" err="1">
                <a:solidFill>
                  <a:schemeClr val="tx1"/>
                </a:solidFill>
              </a:rPr>
              <a:t>vSan</a:t>
            </a:r>
            <a:r>
              <a:rPr lang="en-US" sz="12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LinkedClone</a:t>
            </a:r>
            <a:r>
              <a:rPr lang="en-US" sz="1200" dirty="0">
                <a:solidFill>
                  <a:schemeClr val="tx1"/>
                </a:solidFill>
              </a:rPr>
              <a:t>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ReferenceSnapShot</a:t>
            </a:r>
            <a:r>
              <a:rPr lang="en-US" sz="12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  </a:t>
            </a:r>
            <a:r>
              <a:rPr lang="en-US" sz="1200" dirty="0" err="1">
                <a:solidFill>
                  <a:schemeClr val="tx1"/>
                </a:solidFill>
              </a:rPr>
              <a:t>VMHost</a:t>
            </a:r>
            <a:r>
              <a:rPr lang="en-US" sz="1200" dirty="0">
                <a:solidFill>
                  <a:schemeClr val="tx1"/>
                </a:solidFill>
              </a:rPr>
              <a:t> 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# Create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/>
              <a:t>    </a:t>
            </a:r>
            <a:r>
              <a:rPr lang="en-US" sz="1200" dirty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Params</a:t>
            </a:r>
            <a:endParaRPr lang="en-US" sz="1200" dirty="0" smtClean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 smtClean="0"/>
              <a:t>}</a:t>
            </a: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414300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err="1" smtClean="0"/>
              <a:t>Foreach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each item in a collection (arrays, lists)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NumberList</a:t>
            </a:r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/>
              <a:t>= 1..5</a:t>
            </a:r>
          </a:p>
          <a:p>
            <a:pPr marL="139700" indent="0">
              <a:buNone/>
            </a:pPr>
            <a:r>
              <a:rPr lang="en-US" sz="1200" dirty="0" err="1" smtClean="0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 </a:t>
            </a:r>
            <a:r>
              <a:rPr lang="en-US" sz="1200" dirty="0"/>
              <a:t>in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NumberList</a:t>
            </a:r>
            <a:r>
              <a:rPr lang="en-US" sz="1200" dirty="0"/>
              <a:t>)</a:t>
            </a:r>
          </a:p>
          <a:p>
            <a:pPr marL="139700" indent="0">
              <a:buNone/>
            </a:pPr>
            <a:r>
              <a:rPr lang="en-US" sz="1200" dirty="0"/>
              <a:t>{</a:t>
            </a:r>
          </a:p>
          <a:p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Set the name of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endParaRPr lang="en-US" sz="1200" dirty="0" smtClean="0"/>
          </a:p>
          <a:p>
            <a:r>
              <a:rPr lang="en-US" sz="1200" dirty="0" smtClean="0"/>
              <a:t>$</a:t>
            </a:r>
            <a:r>
              <a:rPr lang="en-US" sz="1200" dirty="0" err="1"/>
              <a:t>vmName</a:t>
            </a:r>
            <a:r>
              <a:rPr lang="en-US" sz="1200" dirty="0"/>
              <a:t> = “test_” +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</a:t>
            </a:r>
            <a:r>
              <a:rPr lang="en-US" sz="1200" dirty="0"/>
              <a:t>    </a:t>
            </a:r>
            <a:endParaRPr lang="en-US" sz="1200" dirty="0" smtClean="0"/>
          </a:p>
          <a:p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Splat the parameters</a:t>
            </a:r>
            <a:endParaRPr lang="en-US" sz="12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r>
              <a:rPr lang="en-US" sz="12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tx1"/>
                </a:solidFill>
              </a:rPr>
              <a:t>Name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200" dirty="0" smtClean="0">
                <a:solidFill>
                  <a:schemeClr val="tx1"/>
                </a:solidFill>
              </a:rPr>
              <a:t>VM </a:t>
            </a:r>
            <a:r>
              <a:rPr lang="en-US" sz="1200" dirty="0">
                <a:solidFill>
                  <a:schemeClr val="tx1"/>
                </a:solidFill>
              </a:rPr>
              <a:t>= “base”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smtClean="0">
                <a:solidFill>
                  <a:schemeClr val="tx1"/>
                </a:solidFill>
              </a:rPr>
              <a:t>     </a:t>
            </a:r>
            <a:r>
              <a:rPr lang="en-US" sz="1200" dirty="0" err="1" smtClean="0">
                <a:solidFill>
                  <a:schemeClr val="tx1"/>
                </a:solidFill>
              </a:rPr>
              <a:t>Datastore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“</a:t>
            </a:r>
            <a:r>
              <a:rPr lang="en-US" sz="1200" dirty="0" err="1">
                <a:solidFill>
                  <a:schemeClr val="tx1"/>
                </a:solidFill>
              </a:rPr>
              <a:t>vSan</a:t>
            </a:r>
            <a:r>
              <a:rPr lang="en-US" sz="12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tx1"/>
                </a:solidFill>
              </a:rPr>
              <a:t>           </a:t>
            </a:r>
            <a:r>
              <a:rPr lang="en-US" sz="1200" dirty="0" err="1" smtClean="0">
                <a:solidFill>
                  <a:schemeClr val="tx1"/>
                </a:solidFill>
              </a:rPr>
              <a:t>LinkedClone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  </a:t>
            </a:r>
            <a:r>
              <a:rPr lang="en-US" sz="1200" dirty="0" err="1" smtClean="0">
                <a:solidFill>
                  <a:schemeClr val="tx1"/>
                </a:solidFill>
              </a:rPr>
              <a:t>ReferenceSnapShot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“base”</a:t>
            </a:r>
          </a:p>
          <a:p>
            <a:pPr marL="139700" indent="0">
              <a:buNone/>
            </a:pPr>
            <a:r>
              <a:rPr lang="en-US" sz="1200" dirty="0" smtClean="0">
                <a:solidFill>
                  <a:schemeClr val="tx1"/>
                </a:solidFill>
              </a:rPr>
              <a:t>           </a:t>
            </a:r>
            <a:r>
              <a:rPr lang="en-US" sz="1200" dirty="0" err="1" smtClean="0">
                <a:solidFill>
                  <a:schemeClr val="tx1"/>
                </a:solidFill>
              </a:rPr>
              <a:t>VMHost</a:t>
            </a:r>
            <a:r>
              <a:rPr lang="en-US" sz="1200" dirty="0" smtClean="0">
                <a:solidFill>
                  <a:schemeClr val="tx1"/>
                </a:solidFill>
              </a:rPr>
              <a:t> </a:t>
            </a:r>
            <a:r>
              <a:rPr lang="en-US" sz="1200" dirty="0">
                <a:solidFill>
                  <a:schemeClr val="tx1"/>
                </a:solidFill>
              </a:rPr>
              <a:t>= </a:t>
            </a:r>
            <a:r>
              <a:rPr lang="en-US" sz="12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2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2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</a:t>
            </a:r>
            <a:r>
              <a:rPr lang="en-US" sz="1200" dirty="0" smtClean="0">
                <a:solidFill>
                  <a:schemeClr val="tx1"/>
                </a:solidFill>
              </a:rPr>
              <a:t>}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   </a:t>
            </a:r>
            <a:r>
              <a:rPr lang="en-US" sz="1200" dirty="0" smtClean="0">
                <a:solidFill>
                  <a:schemeClr val="bg1">
                    <a:lumMod val="65000"/>
                  </a:schemeClr>
                </a:solidFill>
              </a:rPr>
              <a:t>   # 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2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2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2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200" dirty="0"/>
              <a:t>    </a:t>
            </a:r>
            <a:r>
              <a:rPr lang="en-US" sz="1200" dirty="0" smtClean="0"/>
              <a:t>   </a:t>
            </a:r>
            <a:r>
              <a:rPr lang="en-US" sz="12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200" dirty="0">
                <a:solidFill>
                  <a:schemeClr val="tx1"/>
                </a:solidFill>
              </a:rPr>
              <a:t>@</a:t>
            </a:r>
            <a:r>
              <a:rPr lang="en-US" sz="1200" dirty="0" err="1" smtClean="0">
                <a:solidFill>
                  <a:schemeClr val="tx1"/>
                </a:solidFill>
              </a:rPr>
              <a:t>Params</a:t>
            </a:r>
            <a:endParaRPr lang="en-US" sz="12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sz="1200" dirty="0" smtClean="0"/>
              <a:t>   }</a:t>
            </a:r>
            <a:endParaRPr sz="1200" dirty="0"/>
          </a:p>
        </p:txBody>
      </p:sp>
    </p:spTree>
    <p:extLst>
      <p:ext uri="{BB962C8B-B14F-4D97-AF65-F5344CB8AC3E}">
        <p14:creationId xmlns:p14="http://schemas.microsoft.com/office/powerpoint/2010/main" val="1533908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While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through a loop while a condition is true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934423"/>
            <a:ext cx="8231700" cy="3694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only run the code inside the loop if this statement is true.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-</a:t>
            </a:r>
            <a:r>
              <a:rPr lang="en-US" sz="1000" dirty="0" err="1"/>
              <a:t>lt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/>
              <a:t>)</a:t>
            </a:r>
          </a:p>
          <a:p>
            <a:pPr marL="139700" indent="0">
              <a:buNone/>
            </a:pPr>
            <a:r>
              <a:rPr lang="en-US" sz="1000" dirty="0"/>
              <a:t>{</a:t>
            </a:r>
          </a:p>
          <a:p>
            <a:pPr marL="139700" indent="0">
              <a:buNone/>
            </a:pPr>
            <a:r>
              <a:rPr lang="en-US" sz="1000" dirty="0"/>
              <a:t> </a:t>
            </a:r>
            <a:r>
              <a:rPr lang="en-US" sz="1000" dirty="0" smtClean="0"/>
              <a:t>   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 smtClean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</a:t>
            </a:r>
            <a:r>
              <a:rPr lang="en-US" sz="1000" dirty="0" smtClean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r>
              <a:rPr lang="en-US" sz="1000" dirty="0" smtClean="0">
                <a:solidFill>
                  <a:schemeClr val="tx1"/>
                </a:solidFill>
              </a:rPr>
              <a:t>   </a:t>
            </a: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 smtClean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bg1">
                    <a:lumMod val="65000"/>
                  </a:schemeClr>
                </a:solidFill>
              </a:rPr>
              <a:t>    #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/>
              <a:t>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53497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Do While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Executes the code block first, then checks the condition. This will run at least one time.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always run the first time!</a:t>
            </a:r>
          </a:p>
          <a:p>
            <a:pPr marL="139700" indent="0">
              <a:buNone/>
            </a:pPr>
            <a:r>
              <a:rPr lang="en-US" sz="1000" dirty="0" smtClean="0"/>
              <a:t>Do</a:t>
            </a:r>
          </a:p>
          <a:p>
            <a:pPr marL="139700" indent="0">
              <a:buNone/>
            </a:pPr>
            <a:r>
              <a:rPr lang="en-US" sz="1000" dirty="0" smtClean="0"/>
              <a:t>{</a:t>
            </a:r>
            <a:endParaRPr lang="en-US" sz="1000" dirty="0"/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10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 smtClean="0"/>
              <a:t>} </a:t>
            </a:r>
            <a:r>
              <a:rPr lang="en-US" sz="1000" dirty="0">
                <a:solidFill>
                  <a:schemeClr val="accent6">
                    <a:lumMod val="50000"/>
                  </a:schemeClr>
                </a:solidFill>
              </a:rPr>
              <a:t>While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-</a:t>
            </a:r>
            <a:r>
              <a:rPr lang="en-US" sz="1000" dirty="0" err="1"/>
              <a:t>lt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 smtClean="0"/>
              <a:t>)</a:t>
            </a:r>
            <a:endParaRPr lang="en-US" sz="1000" dirty="0"/>
          </a:p>
          <a:p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610714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Do Until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Iterates a block of code until a condition becomes true. Condition is checked after execution.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5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= 0</a:t>
            </a:r>
          </a:p>
          <a:p>
            <a:pPr marL="139700" indent="0">
              <a:buNone/>
            </a:pPr>
            <a:endParaRPr lang="en-US" sz="1000" dirty="0"/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Will always run the first time!</a:t>
            </a:r>
          </a:p>
          <a:p>
            <a:pPr marL="139700" indent="0">
              <a:buNone/>
            </a:pPr>
            <a:r>
              <a:rPr lang="en-US" sz="1000" dirty="0"/>
              <a:t>Do</a:t>
            </a:r>
          </a:p>
          <a:p>
            <a:pPr marL="139700" indent="0">
              <a:buNone/>
            </a:pPr>
            <a:r>
              <a:rPr lang="en-US" sz="1000" dirty="0"/>
              <a:t>{</a:t>
            </a: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r>
              <a:rPr lang="en-US" sz="1000" dirty="0"/>
              <a:t> = “test_” +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Splat the parameters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Params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>
                <a:solidFill>
                  <a:schemeClr val="tx1"/>
                </a:solidFill>
              </a:rPr>
              <a:t>= @{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Name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vmName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>
                <a:solidFill>
                  <a:schemeClr val="tx1"/>
                </a:solidFill>
              </a:rPr>
              <a:t>VM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Datastore</a:t>
            </a:r>
            <a:r>
              <a:rPr lang="en-US" sz="1000" dirty="0">
                <a:solidFill>
                  <a:schemeClr val="tx1"/>
                </a:solidFill>
              </a:rPr>
              <a:t> = “</a:t>
            </a:r>
            <a:r>
              <a:rPr lang="en-US" sz="1000" dirty="0" err="1">
                <a:solidFill>
                  <a:schemeClr val="tx1"/>
                </a:solidFill>
              </a:rPr>
              <a:t>vSan</a:t>
            </a:r>
            <a:r>
              <a:rPr lang="en-US" sz="1000" dirty="0">
                <a:solidFill>
                  <a:schemeClr val="tx1"/>
                </a:solidFill>
              </a:rPr>
              <a:t>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LinkedClone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$true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ReferenceSnapShot</a:t>
            </a:r>
            <a:r>
              <a:rPr lang="en-US" sz="1000" dirty="0">
                <a:solidFill>
                  <a:schemeClr val="tx1"/>
                </a:solidFill>
              </a:rPr>
              <a:t> = “base”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       </a:t>
            </a:r>
            <a:r>
              <a:rPr lang="en-US" sz="1000" dirty="0" err="1">
                <a:solidFill>
                  <a:schemeClr val="tx1"/>
                </a:solidFill>
              </a:rPr>
              <a:t>VMHost</a:t>
            </a:r>
            <a:r>
              <a:rPr lang="en-US" sz="1000" dirty="0">
                <a:solidFill>
                  <a:schemeClr val="tx1"/>
                </a:solidFill>
              </a:rPr>
              <a:t> =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vmhost</a:t>
            </a:r>
            <a:endParaRPr 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</a:t>
            </a:r>
            <a:r>
              <a:rPr lang="en-US" sz="1000" dirty="0">
                <a:solidFill>
                  <a:schemeClr val="tx1"/>
                </a:solidFill>
              </a:rPr>
              <a:t>}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   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# Create the new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as a linked clone</a:t>
            </a:r>
            <a:endParaRPr lang="en-US" sz="1000" dirty="0">
              <a:solidFill>
                <a:schemeClr val="tx1"/>
              </a:solidFill>
            </a:endParaRPr>
          </a:p>
          <a:p>
            <a:pPr marL="139700" indent="0">
              <a:buNone/>
            </a:pPr>
            <a:r>
              <a:rPr lang="en-US" sz="1000" dirty="0"/>
              <a:t>   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New-VM </a:t>
            </a:r>
            <a:r>
              <a:rPr lang="en-US" sz="1000" dirty="0">
                <a:solidFill>
                  <a:schemeClr val="tx1"/>
                </a:solidFill>
              </a:rPr>
              <a:t>@</a:t>
            </a:r>
            <a:r>
              <a:rPr lang="en-US" sz="1000" dirty="0" err="1">
                <a:solidFill>
                  <a:schemeClr val="tx1"/>
                </a:solidFill>
              </a:rPr>
              <a:t>Params</a:t>
            </a:r>
            <a:endParaRPr lang="en-US" sz="1000" dirty="0"/>
          </a:p>
          <a:p>
            <a:pPr marL="139700" indent="0">
              <a:buNone/>
            </a:pPr>
            <a:endParaRPr lang="en-US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39700" indent="0">
              <a:buNone/>
            </a:pP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   # Increase the count (Or you will create </a:t>
            </a:r>
            <a:r>
              <a:rPr lang="en-US" sz="1000" dirty="0" err="1">
                <a:solidFill>
                  <a:schemeClr val="bg1">
                    <a:lumMod val="65000"/>
                  </a:schemeClr>
                </a:solidFill>
              </a:rPr>
              <a:t>vm's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 FOREVER!)</a:t>
            </a:r>
          </a:p>
          <a:p>
            <a:pPr marL="139700" indent="0">
              <a:buNone/>
            </a:pP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   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/>
              <a:t>++</a:t>
            </a:r>
          </a:p>
          <a:p>
            <a:pPr marL="139700" indent="0">
              <a:buNone/>
            </a:pPr>
            <a:r>
              <a:rPr lang="en-US" sz="1000" dirty="0"/>
              <a:t>} </a:t>
            </a:r>
            <a:r>
              <a:rPr lang="en-US" sz="1000" dirty="0" smtClean="0">
                <a:solidFill>
                  <a:schemeClr val="accent6">
                    <a:lumMod val="50000"/>
                  </a:schemeClr>
                </a:solidFill>
              </a:rPr>
              <a:t>Until</a:t>
            </a:r>
            <a:r>
              <a:rPr lang="en-US" sz="1000" dirty="0" smtClean="0"/>
              <a:t> </a:t>
            </a:r>
            <a:r>
              <a:rPr lang="en-US" sz="1000" dirty="0">
                <a:solidFill>
                  <a:schemeClr val="tx1"/>
                </a:solidFill>
              </a:rPr>
              <a:t>(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vmCount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1000" dirty="0"/>
              <a:t>-</a:t>
            </a:r>
            <a:r>
              <a:rPr lang="en-US" sz="1000" dirty="0" err="1"/>
              <a:t>lt</a:t>
            </a:r>
            <a:r>
              <a:rPr lang="en-US" sz="1000" dirty="0"/>
              <a:t> </a:t>
            </a:r>
            <a:r>
              <a:rPr 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NumberOfVms</a:t>
            </a:r>
            <a:r>
              <a:rPr lang="en-US" sz="1000" dirty="0"/>
              <a:t>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1000" dirty="0"/>
          </a:p>
        </p:txBody>
      </p:sp>
    </p:spTree>
    <p:extLst>
      <p:ext uri="{BB962C8B-B14F-4D97-AF65-F5344CB8AC3E}">
        <p14:creationId xmlns:p14="http://schemas.microsoft.com/office/powerpoint/2010/main" val="2445390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Break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Exits the current iteration immediately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 </a:t>
            </a:r>
            <a:r>
              <a:rPr lang="en-US" dirty="0"/>
              <a:t>= 1..</a:t>
            </a:r>
            <a:r>
              <a:rPr lang="en-US" dirty="0" smtClean="0"/>
              <a:t>50</a:t>
            </a:r>
            <a:endParaRPr lang="en-US" dirty="0"/>
          </a:p>
          <a:p>
            <a:pPr marL="139700" indent="0">
              <a:buNone/>
            </a:pP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/>
              <a:t>in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</a:t>
            </a:r>
            <a:r>
              <a:rPr lang="en-US" dirty="0"/>
              <a:t>) </a:t>
            </a:r>
            <a:r>
              <a:rPr lang="en-US" dirty="0" smtClean="0"/>
              <a:t>{</a:t>
            </a:r>
            <a:endParaRPr lang="en-US" dirty="0"/>
          </a:p>
          <a:p>
            <a:pPr marL="139700" indent="0">
              <a:buNone/>
            </a:pPr>
            <a:r>
              <a:rPr lang="en-US" dirty="0" smtClean="0"/>
              <a:t>   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if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 smtClean="0"/>
              <a:t> –</a:t>
            </a:r>
            <a:r>
              <a:rPr lang="en-US" dirty="0" err="1" smtClean="0"/>
              <a:t>gt</a:t>
            </a:r>
            <a:r>
              <a:rPr lang="en-US" dirty="0" smtClean="0"/>
              <a:t> 5)</a:t>
            </a:r>
          </a:p>
          <a:p>
            <a:pPr marL="139700" indent="0">
              <a:buNone/>
            </a:pPr>
            <a:r>
              <a:rPr lang="en-US" dirty="0" smtClean="0"/>
              <a:t>    {</a:t>
            </a:r>
          </a:p>
          <a:p>
            <a:pPr marL="139700" indent="0">
              <a:buNone/>
            </a:pPr>
            <a:r>
              <a:rPr lang="en-US" dirty="0" smtClean="0"/>
              <a:t>        # Break out of the loop</a:t>
            </a:r>
          </a:p>
          <a:p>
            <a:r>
              <a:rPr lang="en-US" dirty="0"/>
              <a:t> 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Write-Output</a:t>
            </a:r>
            <a:r>
              <a:rPr lang="en-US" dirty="0" smtClean="0"/>
              <a:t> “Breaking the loop”</a:t>
            </a:r>
          </a:p>
          <a:p>
            <a:r>
              <a:rPr lang="en-US" dirty="0"/>
              <a:t> </a:t>
            </a:r>
            <a:r>
              <a:rPr lang="en-US" dirty="0" smtClean="0"/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Break</a:t>
            </a:r>
          </a:p>
          <a:p>
            <a:pPr marL="139700" indent="0">
              <a:buNone/>
            </a:pPr>
            <a:r>
              <a:rPr lang="en-US" dirty="0" smtClean="0"/>
              <a:t>    }</a:t>
            </a:r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else</a:t>
            </a:r>
            <a:r>
              <a:rPr lang="en-US" dirty="0" smtClean="0"/>
              <a:t> </a:t>
            </a:r>
          </a:p>
          <a:p>
            <a:pPr marL="139700" indent="0">
              <a:buNone/>
            </a:pPr>
            <a:r>
              <a:rPr lang="en-US" dirty="0" smtClean="0"/>
              <a:t>    {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    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#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Print the number to the screen</a:t>
            </a:r>
            <a:endParaRPr lang="en-US" dirty="0" smtClean="0"/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Write-Output</a:t>
            </a:r>
            <a:r>
              <a:rPr lang="en-US" dirty="0" smtClean="0"/>
              <a:t> “Number</a:t>
            </a:r>
            <a:r>
              <a:rPr lang="en-US" dirty="0"/>
              <a:t>: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dirty="0" err="1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 smtClean="0"/>
              <a:t>“</a:t>
            </a:r>
          </a:p>
          <a:p>
            <a:pPr marL="139700" indent="0">
              <a:buNone/>
            </a:pPr>
            <a:r>
              <a:rPr lang="en-US" dirty="0"/>
              <a:t> </a:t>
            </a:r>
            <a:r>
              <a:rPr lang="en-US" dirty="0" smtClean="0"/>
              <a:t>   }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}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67914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p66"/>
          <p:cNvSpPr txBox="1">
            <a:spLocks noGrp="1"/>
          </p:cNvSpPr>
          <p:nvPr>
            <p:ph type="title"/>
          </p:nvPr>
        </p:nvSpPr>
        <p:spPr>
          <a:xfrm>
            <a:off x="434970" y="309563"/>
            <a:ext cx="82530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100"/>
              <a:buFont typeface="Arial"/>
              <a:buNone/>
            </a:pPr>
            <a:r>
              <a:rPr lang="en-US" dirty="0" smtClean="0"/>
              <a:t>Continue</a:t>
            </a:r>
            <a:endParaRPr dirty="0"/>
          </a:p>
        </p:txBody>
      </p:sp>
      <p:sp>
        <p:nvSpPr>
          <p:cNvPr id="1120" name="Google Shape;1120;p66"/>
          <p:cNvSpPr txBox="1">
            <a:spLocks noGrp="1"/>
          </p:cNvSpPr>
          <p:nvPr>
            <p:ph type="subTitle" idx="1"/>
          </p:nvPr>
        </p:nvSpPr>
        <p:spPr>
          <a:xfrm>
            <a:off x="444765" y="608873"/>
            <a:ext cx="8243100" cy="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 smtClean="0"/>
              <a:t>Skips the rest of the current iteration and moves to the next</a:t>
            </a:r>
            <a:endParaRPr dirty="0"/>
          </a:p>
        </p:txBody>
      </p:sp>
      <p:sp>
        <p:nvSpPr>
          <p:cNvPr id="1121" name="Google Shape;1121;p66"/>
          <p:cNvSpPr txBox="1">
            <a:spLocks noGrp="1"/>
          </p:cNvSpPr>
          <p:nvPr>
            <p:ph type="body" idx="2"/>
          </p:nvPr>
        </p:nvSpPr>
        <p:spPr>
          <a:xfrm>
            <a:off x="462499" y="1200151"/>
            <a:ext cx="82317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39700" indent="0">
              <a:buNone/>
            </a:pP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 </a:t>
            </a:r>
            <a:r>
              <a:rPr lang="en-US" dirty="0"/>
              <a:t>= 1</a:t>
            </a:r>
            <a:r>
              <a:rPr lang="en-US" dirty="0" smtClean="0"/>
              <a:t>..25</a:t>
            </a:r>
            <a:endParaRPr lang="en-US" dirty="0"/>
          </a:p>
          <a:p>
            <a:pPr marL="139700" indent="0">
              <a:buNone/>
            </a:pPr>
            <a:r>
              <a:rPr lang="en-US" dirty="0" err="1">
                <a:solidFill>
                  <a:schemeClr val="accent6">
                    <a:lumMod val="50000"/>
                  </a:schemeClr>
                </a:solidFill>
              </a:rPr>
              <a:t>foreach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dirty="0"/>
              <a:t>in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$numbers</a:t>
            </a:r>
            <a:r>
              <a:rPr lang="en-US" dirty="0"/>
              <a:t>) {</a:t>
            </a:r>
          </a:p>
          <a:p>
            <a:pPr marL="13970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if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/>
              <a:t> </a:t>
            </a:r>
            <a:r>
              <a:rPr lang="en-US" dirty="0" smtClean="0"/>
              <a:t>-like “*3*”)</a:t>
            </a:r>
            <a:endParaRPr lang="en-US" dirty="0"/>
          </a:p>
          <a:p>
            <a:pPr marL="139700" indent="0">
              <a:buNone/>
            </a:pPr>
            <a:r>
              <a:rPr lang="en-US" dirty="0"/>
              <a:t>    {</a:t>
            </a:r>
          </a:p>
          <a:p>
            <a:pPr marL="139700" indent="0">
              <a:buNone/>
            </a:pPr>
            <a:r>
              <a:rPr lang="en-US" dirty="0"/>
              <a:t>        </a:t>
            </a:r>
            <a:r>
              <a:rPr lang="en-US" dirty="0" smtClean="0"/>
              <a:t># Skips this number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continue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  <a:p>
            <a:pPr marL="139700" indent="0">
              <a:buNone/>
            </a:pPr>
            <a:r>
              <a:rPr lang="en-US" dirty="0"/>
              <a:t>    }</a:t>
            </a:r>
          </a:p>
          <a:p>
            <a:pPr marL="139700" indent="0">
              <a:buNone/>
            </a:pPr>
            <a:r>
              <a:rPr lang="en-US" dirty="0"/>
              <a:t>   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else</a:t>
            </a:r>
            <a:r>
              <a:rPr lang="en-US" dirty="0"/>
              <a:t> </a:t>
            </a:r>
          </a:p>
          <a:p>
            <a:pPr marL="139700" indent="0">
              <a:buNone/>
            </a:pPr>
            <a:r>
              <a:rPr lang="en-US" dirty="0"/>
              <a:t>    {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       </a:t>
            </a:r>
            <a:r>
              <a:rPr lang="en-US" dirty="0" smtClean="0">
                <a:solidFill>
                  <a:schemeClr val="bg1">
                    <a:lumMod val="65000"/>
                  </a:schemeClr>
                </a:solidFill>
              </a:rPr>
              <a:t># Print the number to the screen</a:t>
            </a:r>
          </a:p>
          <a:p>
            <a:pPr marL="139700" indent="0">
              <a:buNone/>
            </a:pP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 </a:t>
            </a:r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       Write-Output</a:t>
            </a:r>
            <a:r>
              <a:rPr lang="en-US" dirty="0" smtClean="0"/>
              <a:t> </a:t>
            </a:r>
            <a:r>
              <a:rPr lang="en-US" dirty="0"/>
              <a:t>“Number: 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$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num</a:t>
            </a:r>
            <a:r>
              <a:rPr lang="en-US" dirty="0"/>
              <a:t>“</a:t>
            </a:r>
          </a:p>
          <a:p>
            <a:pPr marL="139700" indent="0">
              <a:buNone/>
            </a:pPr>
            <a:r>
              <a:rPr lang="en-US" dirty="0"/>
              <a:t>    }</a:t>
            </a:r>
          </a:p>
          <a:p>
            <a:pPr marL="139700" indent="0">
              <a:buNone/>
            </a:pPr>
            <a:r>
              <a:rPr lang="en-US" dirty="0"/>
              <a:t>}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1243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67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Arial"/>
              <a:buNone/>
            </a:pPr>
            <a:r>
              <a:rPr lang="en" sz="3000">
                <a:solidFill>
                  <a:schemeClr val="lt1"/>
                </a:solidFill>
              </a:rPr>
              <a:t>Please take </a:t>
            </a:r>
            <a:br>
              <a:rPr lang="en" sz="3000">
                <a:solidFill>
                  <a:schemeClr val="lt1"/>
                </a:solidFill>
              </a:rPr>
            </a:br>
            <a:r>
              <a:rPr lang="en" sz="3000">
                <a:solidFill>
                  <a:schemeClr val="lt1"/>
                </a:solidFill>
              </a:rPr>
              <a:t>your survey.</a:t>
            </a:r>
            <a:endParaRPr sz="3000"/>
          </a:p>
        </p:txBody>
      </p:sp>
      <p:pic>
        <p:nvPicPr>
          <p:cNvPr id="1127" name="Google Shape;112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96650" y="1011039"/>
            <a:ext cx="3121425" cy="312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69"/>
          <p:cNvSpPr txBox="1">
            <a:spLocks noGrp="1"/>
          </p:cNvSpPr>
          <p:nvPr>
            <p:ph type="title"/>
          </p:nvPr>
        </p:nvSpPr>
        <p:spPr>
          <a:xfrm>
            <a:off x="441946" y="1575061"/>
            <a:ext cx="4454700" cy="9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Font typeface="Arial"/>
              <a:buNone/>
            </a:pPr>
            <a:r>
              <a:rPr lang="en" sz="4500">
                <a:solidFill>
                  <a:schemeClr val="lt1"/>
                </a:solidFill>
              </a:rPr>
              <a:t>Thank You</a:t>
            </a:r>
            <a:endParaRPr sz="45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VMware 2025 Light">
  <a:themeElements>
    <a:clrScheme name="VMware-Light">
      <a:dk1>
        <a:srgbClr val="000000"/>
      </a:dk1>
      <a:lt1>
        <a:srgbClr val="FFFFFF"/>
      </a:lt1>
      <a:dk2>
        <a:srgbClr val="1B1D36"/>
      </a:dk2>
      <a:lt2>
        <a:srgbClr val="EEEEEE"/>
      </a:lt2>
      <a:accent1>
        <a:srgbClr val="007B8C"/>
      </a:accent1>
      <a:accent2>
        <a:srgbClr val="005C8A"/>
      </a:accent2>
      <a:accent3>
        <a:srgbClr val="0098C7"/>
      </a:accent3>
      <a:accent4>
        <a:srgbClr val="61A60E"/>
      </a:accent4>
      <a:accent5>
        <a:srgbClr val="6C4B94"/>
      </a:accent5>
      <a:accent6>
        <a:srgbClr val="F3BA16"/>
      </a:accent6>
      <a:hlink>
        <a:srgbClr val="0098C7"/>
      </a:hlink>
      <a:folHlink>
        <a:srgbClr val="6C4B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</TotalTime>
  <Words>968</Words>
  <Application>Microsoft Office PowerPoint</Application>
  <PresentationFormat>On-screen Show (16:9)</PresentationFormat>
  <Paragraphs>188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NTR</vt:lpstr>
      <vt:lpstr>Open Sans</vt:lpstr>
      <vt:lpstr>Simple Light</vt:lpstr>
      <vt:lpstr>VMware 2025 Light</vt:lpstr>
      <vt:lpstr>PowerPoint Presentation</vt:lpstr>
      <vt:lpstr>Justin P. Sider</vt:lpstr>
      <vt:lpstr>Agenda</vt:lpstr>
      <vt:lpstr>For</vt:lpstr>
      <vt:lpstr>ForEach-Object</vt:lpstr>
      <vt:lpstr>Foreach</vt:lpstr>
      <vt:lpstr>While</vt:lpstr>
      <vt:lpstr>Do While</vt:lpstr>
      <vt:lpstr>Do Until</vt:lpstr>
      <vt:lpstr>Break</vt:lpstr>
      <vt:lpstr>Continue</vt:lpstr>
      <vt:lpstr>Please take  your survey.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jpsider</cp:lastModifiedBy>
  <cp:revision>11</cp:revision>
  <dcterms:modified xsi:type="dcterms:W3CDTF">2026-06-15T23:23:30Z</dcterms:modified>
</cp:coreProperties>
</file>