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6" r:id="rId1"/>
    <p:sldMasterId id="2147483707" r:id="rId2"/>
  </p:sldMasterIdLst>
  <p:notesMasterIdLst>
    <p:notesMasterId r:id="rId16"/>
  </p:notesMasterIdLst>
  <p:sldIdLst>
    <p:sldId id="259" r:id="rId3"/>
    <p:sldId id="261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62" r:id="rId14"/>
    <p:sldId id="264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eadce0b428_0_3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7400" y="609600"/>
            <a:ext cx="52832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8" name="Google Shape;1098;g3eadce0b428_0_316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trike="noStrike"/>
              <a:t>Click to add notes</a:t>
            </a:r>
            <a:endParaRPr/>
          </a:p>
        </p:txBody>
      </p:sp>
      <p:sp>
        <p:nvSpPr>
          <p:cNvPr id="1099" name="Google Shape;1099;g3eadce0b428_0_31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eadce0b428_0_317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g3eadce0b428_0_3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7400" y="609600"/>
            <a:ext cx="52832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eadce0b428_0_317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g3eadce0b428_0_3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7400" y="609600"/>
            <a:ext cx="52832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2787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eadce0b428_0_317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g3eadce0b428_0_3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7400" y="609600"/>
            <a:ext cx="52832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5563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eadce0b428_0_317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g3eadce0b428_0_3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7400" y="609600"/>
            <a:ext cx="52832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4195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eadce0b428_0_317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g3eadce0b428_0_3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7400" y="609600"/>
            <a:ext cx="52832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2359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eadce0b428_0_317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g3eadce0b428_0_3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7400" y="609600"/>
            <a:ext cx="52832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0085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eadce0b428_0_317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g3eadce0b428_0_3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7400" y="609600"/>
            <a:ext cx="52832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879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eadce0b428_0_317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g3eadce0b428_0_3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7400" y="609600"/>
            <a:ext cx="52832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2168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eadce0b428_0_317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g3eadce0b428_0_3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7400" y="609600"/>
            <a:ext cx="52832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0435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eadce0b428_0_317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g3eadce0b428_0_3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7400" y="609600"/>
            <a:ext cx="52832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3261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eadce0b428_0_318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g3eadce0b428_0_3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7400" y="609600"/>
            <a:ext cx="52832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eadce0b428_0_319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g3eadce0b428_0_3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7400" y="609600"/>
            <a:ext cx="52832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_Title Slide – VMware Explore">
  <p:cSld name="1_Title Slide – VMware Explore">
    <p:bg>
      <p:bgPr>
        <a:gradFill>
          <a:gsLst>
            <a:gs pos="0">
              <a:srgbClr val="005BF8"/>
            </a:gs>
            <a:gs pos="13000">
              <a:srgbClr val="0036A4"/>
            </a:gs>
            <a:gs pos="39000">
              <a:srgbClr val="001559"/>
            </a:gs>
            <a:gs pos="100000">
              <a:srgbClr val="001559"/>
            </a:gs>
          </a:gsLst>
          <a:lin ang="18900044" scaled="0"/>
        </a:gra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 descr="A white text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3709" y="395953"/>
            <a:ext cx="2602268" cy="400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2859" y="4561156"/>
            <a:ext cx="1255920" cy="371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 descr="A black background with blue dot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51172" t="12892"/>
          <a:stretch/>
        </p:blipFill>
        <p:spPr>
          <a:xfrm rot="10800000" flipH="1">
            <a:off x="4677993" y="0"/>
            <a:ext cx="4466006" cy="4480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13324" y="177355"/>
            <a:ext cx="4480227" cy="448022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441485" y="3859233"/>
            <a:ext cx="4130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  <a:defRPr sz="1200" b="0" i="0" u="none" strike="noStrike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2"/>
          </p:nvPr>
        </p:nvSpPr>
        <p:spPr>
          <a:xfrm>
            <a:off x="441485" y="4144274"/>
            <a:ext cx="4130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body" idx="3"/>
          </p:nvPr>
        </p:nvSpPr>
        <p:spPr>
          <a:xfrm>
            <a:off x="441485" y="4420654"/>
            <a:ext cx="4130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body" idx="4"/>
          </p:nvPr>
        </p:nvSpPr>
        <p:spPr>
          <a:xfrm>
            <a:off x="441485" y="1824686"/>
            <a:ext cx="4130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body" idx="5"/>
          </p:nvPr>
        </p:nvSpPr>
        <p:spPr>
          <a:xfrm>
            <a:off x="441837" y="2370535"/>
            <a:ext cx="41304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​"/>
              <a:defRPr sz="30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body" idx="6"/>
          </p:nvPr>
        </p:nvSpPr>
        <p:spPr>
          <a:xfrm>
            <a:off x="441660" y="3334232"/>
            <a:ext cx="41304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​"/>
              <a:defRPr sz="21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Content">
  <p:cSld name="Title, Subtitle and Conten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431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body" idx="2"/>
          </p:nvPr>
        </p:nvSpPr>
        <p:spPr>
          <a:xfrm>
            <a:off x="462499" y="1200151"/>
            <a:ext cx="8231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​"/>
              <a:defRPr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1100"/>
              <a:buChar char="–"/>
              <a:defRPr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900"/>
              <a:buChar char="–"/>
              <a:defRPr>
                <a:solidFill>
                  <a:schemeClr val="dk1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900"/>
              <a:buChar char="•"/>
              <a:defRPr>
                <a:solidFill>
                  <a:srgbClr val="3B3B3B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-"/>
              <a:defRPr/>
            </a:lvl7pPr>
            <a:lvl8pPr marL="3657600" lvl="7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Section Header – VMware Explore - Stay Connected">
  <p:cSld name="3_Section Header – VMware Explore - Stay Connected">
    <p:bg>
      <p:bgPr>
        <a:gradFill>
          <a:gsLst>
            <a:gs pos="0">
              <a:srgbClr val="005BF8"/>
            </a:gs>
            <a:gs pos="13000">
              <a:srgbClr val="0036A4"/>
            </a:gs>
            <a:gs pos="39000">
              <a:srgbClr val="001559"/>
            </a:gs>
            <a:gs pos="100000">
              <a:srgbClr val="001559"/>
            </a:gs>
          </a:gsLst>
          <a:lin ang="18900044" scaled="0"/>
        </a:gra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441946" y="1575061"/>
            <a:ext cx="4454700" cy="9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 b="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ubTitle" idx="1"/>
          </p:nvPr>
        </p:nvSpPr>
        <p:spPr>
          <a:xfrm>
            <a:off x="452342" y="2571750"/>
            <a:ext cx="44547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18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108" name="Google Shape;108;p1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09" name="Google Shape;109;p1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1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" name="Google Shape;119;p1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20" name="Google Shape;120;p1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1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1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7" name="Google Shape;127;p18"/>
          <p:cNvSpPr txBox="1"/>
          <p:nvPr/>
        </p:nvSpPr>
        <p:spPr>
          <a:xfrm>
            <a:off x="1234134" y="4846124"/>
            <a:ext cx="2681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© 2026 Broadcom.  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</a:pPr>
            <a:r>
              <a:rPr lang="en" sz="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100"/>
          </a:p>
        </p:txBody>
      </p:sp>
      <p:pic>
        <p:nvPicPr>
          <p:cNvPr id="128" name="Google Shape;128;p18" descr="A white text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3709" y="395953"/>
            <a:ext cx="2602268" cy="40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9"/>
          <p:cNvSpPr txBox="1">
            <a:spLocks noGrp="1"/>
          </p:cNvSpPr>
          <p:nvPr>
            <p:ph type="body" idx="1"/>
          </p:nvPr>
        </p:nvSpPr>
        <p:spPr>
          <a:xfrm>
            <a:off x="457319" y="950706"/>
            <a:ext cx="14553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​"/>
              <a:defRPr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body" idx="2"/>
          </p:nvPr>
        </p:nvSpPr>
        <p:spPr>
          <a:xfrm>
            <a:off x="2171075" y="950706"/>
            <a:ext cx="5503500" cy="3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Arial"/>
              <a:buChar char="•"/>
              <a:defRPr sz="2100"/>
            </a:lvl1pPr>
            <a:lvl2pPr marL="914400" lvl="1" indent="-330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–"/>
              <a:defRPr sz="1500"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•"/>
              <a:defRPr sz="1400"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–"/>
              <a:defRPr sz="1400"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Leaf">
  <p:cSld name="Title Slide – Leaf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>
            <a:off x="-2859" y="-195"/>
            <a:ext cx="4751132" cy="3552977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7000">
                <a:schemeClr val="accent4"/>
              </a:gs>
              <a:gs pos="83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4946000" y="1276385"/>
            <a:ext cx="3828300" cy="9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ial"/>
              <a:buNone/>
              <a:defRPr sz="3000" b="0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subTitle" idx="1"/>
          </p:nvPr>
        </p:nvSpPr>
        <p:spPr>
          <a:xfrm>
            <a:off x="4945999" y="2239910"/>
            <a:ext cx="3838500" cy="3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body" idx="2"/>
          </p:nvPr>
        </p:nvSpPr>
        <p:spPr>
          <a:xfrm>
            <a:off x="4945999" y="3553069"/>
            <a:ext cx="4052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  <a:defRPr sz="1200" b="0" i="0" u="none" strike="noStrike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body" idx="3"/>
          </p:nvPr>
        </p:nvSpPr>
        <p:spPr>
          <a:xfrm>
            <a:off x="4945999" y="3838110"/>
            <a:ext cx="4052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body" idx="4"/>
          </p:nvPr>
        </p:nvSpPr>
        <p:spPr>
          <a:xfrm>
            <a:off x="4945999" y="4114490"/>
            <a:ext cx="4052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grpSp>
        <p:nvGrpSpPr>
          <p:cNvPr id="141" name="Google Shape;141;p20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142" name="Google Shape;142;p2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43" name="Google Shape;143;p2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2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2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2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2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2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2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2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" name="Google Shape;153;p2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54" name="Google Shape;154;p2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2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2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1" name="Google Shape;161;p20"/>
          <p:cNvSpPr/>
          <p:nvPr/>
        </p:nvSpPr>
        <p:spPr>
          <a:xfrm>
            <a:off x="-2859" y="-195"/>
            <a:ext cx="4751132" cy="3552977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7000">
                <a:schemeClr val="accent4"/>
              </a:gs>
              <a:gs pos="83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-5744" y="486362"/>
            <a:ext cx="9154106" cy="4059967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p20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164" name="Google Shape;164;p2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65" name="Google Shape;165;p2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2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2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2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5" name="Google Shape;175;p2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76" name="Google Shape;176;p2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2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2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2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3" name="Google Shape;183;p20"/>
          <p:cNvSpPr txBox="1"/>
          <p:nvPr/>
        </p:nvSpPr>
        <p:spPr>
          <a:xfrm>
            <a:off x="1234134" y="4846124"/>
            <a:ext cx="2681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Broadcom.  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Aqua">
  <p:cSld name="Title Slide – Aqua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/>
          <p:nvPr/>
        </p:nvSpPr>
        <p:spPr>
          <a:xfrm>
            <a:off x="0" y="493582"/>
            <a:ext cx="9144301" cy="4655745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181006" sx="102000" sy="102000" algn="ctr" rotWithShape="0">
              <a:schemeClr val="accent3">
                <a:alpha val="14900"/>
              </a:schemeClr>
            </a:outerShdw>
          </a:effectLst>
        </p:spPr>
      </p:sp>
      <p:sp>
        <p:nvSpPr>
          <p:cNvPr id="186" name="Google Shape;186;p21"/>
          <p:cNvSpPr/>
          <p:nvPr/>
        </p:nvSpPr>
        <p:spPr>
          <a:xfrm>
            <a:off x="-2859" y="-195"/>
            <a:ext cx="4751132" cy="3552977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6000">
                <a:schemeClr val="accent2"/>
              </a:gs>
              <a:gs pos="90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-5744" y="486362"/>
            <a:ext cx="9154106" cy="4059967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1"/>
          <p:cNvSpPr txBox="1">
            <a:spLocks noGrp="1"/>
          </p:cNvSpPr>
          <p:nvPr>
            <p:ph type="body" idx="1"/>
          </p:nvPr>
        </p:nvSpPr>
        <p:spPr>
          <a:xfrm>
            <a:off x="4945999" y="3553069"/>
            <a:ext cx="4052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  <a:defRPr sz="1200" b="0" i="0" u="none" strike="noStrike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189" name="Google Shape;189;p21"/>
          <p:cNvSpPr txBox="1">
            <a:spLocks noGrp="1"/>
          </p:cNvSpPr>
          <p:nvPr>
            <p:ph type="body" idx="2"/>
          </p:nvPr>
        </p:nvSpPr>
        <p:spPr>
          <a:xfrm>
            <a:off x="4945999" y="3838110"/>
            <a:ext cx="4052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190" name="Google Shape;190;p21"/>
          <p:cNvSpPr txBox="1">
            <a:spLocks noGrp="1"/>
          </p:cNvSpPr>
          <p:nvPr>
            <p:ph type="body" idx="3"/>
          </p:nvPr>
        </p:nvSpPr>
        <p:spPr>
          <a:xfrm>
            <a:off x="4945999" y="4114490"/>
            <a:ext cx="4052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192" name="Google Shape;192;p2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93" name="Google Shape;193;p2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2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2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3" name="Google Shape;203;p2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04" name="Google Shape;204;p2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2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2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2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2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2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2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1" name="Google Shape;211;p21"/>
          <p:cNvSpPr txBox="1">
            <a:spLocks noGrp="1"/>
          </p:cNvSpPr>
          <p:nvPr>
            <p:ph type="title"/>
          </p:nvPr>
        </p:nvSpPr>
        <p:spPr>
          <a:xfrm>
            <a:off x="4946000" y="1276385"/>
            <a:ext cx="3828300" cy="9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ial"/>
              <a:buNone/>
              <a:defRPr sz="3000" b="0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1"/>
          <p:cNvSpPr txBox="1">
            <a:spLocks noGrp="1"/>
          </p:cNvSpPr>
          <p:nvPr>
            <p:ph type="subTitle" idx="4"/>
          </p:nvPr>
        </p:nvSpPr>
        <p:spPr>
          <a:xfrm>
            <a:off x="4945999" y="2239910"/>
            <a:ext cx="3838500" cy="3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-5744" y="486362"/>
            <a:ext cx="9154106" cy="4059967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21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215" name="Google Shape;215;p2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16" name="Google Shape;216;p2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2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2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2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2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2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2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2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2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2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6" name="Google Shape;226;p2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27" name="Google Shape;227;p2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2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2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2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2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2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2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4" name="Google Shape;234;p21"/>
          <p:cNvSpPr txBox="1"/>
          <p:nvPr/>
        </p:nvSpPr>
        <p:spPr>
          <a:xfrm>
            <a:off x="1234134" y="4846124"/>
            <a:ext cx="2681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Broadcom.  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Plum">
  <p:cSld name="Title Slide – Plum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/>
          <p:nvPr/>
        </p:nvSpPr>
        <p:spPr>
          <a:xfrm>
            <a:off x="0" y="493582"/>
            <a:ext cx="9144301" cy="4655745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181006" sx="102000" sy="102000" algn="ctr" rotWithShape="0">
              <a:schemeClr val="accent3">
                <a:alpha val="14900"/>
              </a:schemeClr>
            </a:outerShdw>
          </a:effectLst>
        </p:spPr>
      </p:sp>
      <p:sp>
        <p:nvSpPr>
          <p:cNvPr id="237" name="Google Shape;237;p22"/>
          <p:cNvSpPr/>
          <p:nvPr/>
        </p:nvSpPr>
        <p:spPr>
          <a:xfrm>
            <a:off x="-2859" y="-195"/>
            <a:ext cx="4751132" cy="3552977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6000">
                <a:schemeClr val="accent5"/>
              </a:gs>
              <a:gs pos="45000">
                <a:srgbClr val="4764A1"/>
              </a:gs>
              <a:gs pos="90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>
            <a:spLocks noGrp="1"/>
          </p:cNvSpPr>
          <p:nvPr>
            <p:ph type="body" idx="1"/>
          </p:nvPr>
        </p:nvSpPr>
        <p:spPr>
          <a:xfrm>
            <a:off x="4945999" y="3553069"/>
            <a:ext cx="4052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  <a:defRPr sz="1200" b="0" i="0" u="none" strike="noStrike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239" name="Google Shape;239;p22"/>
          <p:cNvSpPr txBox="1">
            <a:spLocks noGrp="1"/>
          </p:cNvSpPr>
          <p:nvPr>
            <p:ph type="body" idx="2"/>
          </p:nvPr>
        </p:nvSpPr>
        <p:spPr>
          <a:xfrm>
            <a:off x="4945999" y="3838110"/>
            <a:ext cx="4052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3"/>
          </p:nvPr>
        </p:nvSpPr>
        <p:spPr>
          <a:xfrm>
            <a:off x="4945999" y="4114490"/>
            <a:ext cx="4052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grpSp>
        <p:nvGrpSpPr>
          <p:cNvPr id="241" name="Google Shape;241;p22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242" name="Google Shape;242;p22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43" name="Google Shape;243;p22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22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22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2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22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22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22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22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22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22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3" name="Google Shape;253;p22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54" name="Google Shape;254;p22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22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22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22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2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22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22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1" name="Google Shape;261;p22"/>
          <p:cNvSpPr txBox="1">
            <a:spLocks noGrp="1"/>
          </p:cNvSpPr>
          <p:nvPr>
            <p:ph type="title"/>
          </p:nvPr>
        </p:nvSpPr>
        <p:spPr>
          <a:xfrm>
            <a:off x="4946000" y="1276385"/>
            <a:ext cx="3828300" cy="9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ial"/>
              <a:buNone/>
              <a:defRPr sz="3000" b="0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2"/>
          <p:cNvSpPr txBox="1">
            <a:spLocks noGrp="1"/>
          </p:cNvSpPr>
          <p:nvPr>
            <p:ph type="subTitle" idx="4"/>
          </p:nvPr>
        </p:nvSpPr>
        <p:spPr>
          <a:xfrm>
            <a:off x="4945999" y="2239910"/>
            <a:ext cx="3838500" cy="3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-5744" y="486362"/>
            <a:ext cx="9154106" cy="4059967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" name="Google Shape;264;p22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265" name="Google Shape;265;p22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66" name="Google Shape;266;p22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22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22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22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22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22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6" name="Google Shape;276;p22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77" name="Google Shape;277;p22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22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22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84" name="Google Shape;284;p22"/>
          <p:cNvSpPr/>
          <p:nvPr/>
        </p:nvSpPr>
        <p:spPr>
          <a:xfrm>
            <a:off x="-5744" y="486362"/>
            <a:ext cx="9154106" cy="4059967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1234134" y="4846124"/>
            <a:ext cx="2681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Broadcom.  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Leaf">
  <p:cSld name="Section Header – Leaf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"/>
          <p:cNvSpPr txBox="1">
            <a:spLocks noGrp="1"/>
          </p:cNvSpPr>
          <p:nvPr>
            <p:ph type="title"/>
          </p:nvPr>
        </p:nvSpPr>
        <p:spPr>
          <a:xfrm>
            <a:off x="441946" y="704096"/>
            <a:ext cx="4821900" cy="9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ial"/>
              <a:buNone/>
              <a:defRPr sz="2700" b="0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23"/>
          <p:cNvSpPr txBox="1">
            <a:spLocks noGrp="1"/>
          </p:cNvSpPr>
          <p:nvPr>
            <p:ph type="subTitle" idx="1"/>
          </p:nvPr>
        </p:nvSpPr>
        <p:spPr>
          <a:xfrm>
            <a:off x="452342" y="1700784"/>
            <a:ext cx="48075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4895407" y="500014"/>
            <a:ext cx="4247486" cy="3998996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21000">
                <a:schemeClr val="accent4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3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Aqua">
  <p:cSld name="Section Header – Aqua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"/>
          <p:cNvSpPr txBox="1">
            <a:spLocks noGrp="1"/>
          </p:cNvSpPr>
          <p:nvPr>
            <p:ph type="title"/>
          </p:nvPr>
        </p:nvSpPr>
        <p:spPr>
          <a:xfrm>
            <a:off x="441945" y="704096"/>
            <a:ext cx="4942200" cy="9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ial"/>
              <a:buNone/>
              <a:defRPr sz="2700" b="0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4"/>
          <p:cNvSpPr txBox="1">
            <a:spLocks noGrp="1"/>
          </p:cNvSpPr>
          <p:nvPr>
            <p:ph type="subTitle" idx="1"/>
          </p:nvPr>
        </p:nvSpPr>
        <p:spPr>
          <a:xfrm>
            <a:off x="452342" y="1700784"/>
            <a:ext cx="49317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4894748" y="476897"/>
            <a:ext cx="4247486" cy="3998996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Plum">
  <p:cSld name="Section Header – Plum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"/>
          <p:cNvSpPr txBox="1">
            <a:spLocks noGrp="1"/>
          </p:cNvSpPr>
          <p:nvPr>
            <p:ph type="title"/>
          </p:nvPr>
        </p:nvSpPr>
        <p:spPr>
          <a:xfrm>
            <a:off x="441945" y="704096"/>
            <a:ext cx="4918200" cy="9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ial"/>
              <a:buNone/>
              <a:defRPr sz="2700" b="0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5"/>
          <p:cNvSpPr txBox="1">
            <a:spLocks noGrp="1"/>
          </p:cNvSpPr>
          <p:nvPr>
            <p:ph type="subTitle" idx="1"/>
          </p:nvPr>
        </p:nvSpPr>
        <p:spPr>
          <a:xfrm>
            <a:off x="452342" y="1700784"/>
            <a:ext cx="49080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4894748" y="476897"/>
            <a:ext cx="4247486" cy="3998996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5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– Photo">
  <p:cSld name="Section Header – Photo">
    <p:bg>
      <p:bgPr>
        <a:solidFill>
          <a:schemeClr val="lt1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6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10895" y="929297"/>
            <a:ext cx="5631638" cy="4223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" y="-372"/>
            <a:ext cx="9140961" cy="5143871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6"/>
          <p:cNvSpPr/>
          <p:nvPr/>
        </p:nvSpPr>
        <p:spPr>
          <a:xfrm>
            <a:off x="4351955" y="929297"/>
            <a:ext cx="4804608" cy="4214204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6"/>
          <p:cNvSpPr txBox="1">
            <a:spLocks noGrp="1"/>
          </p:cNvSpPr>
          <p:nvPr>
            <p:ph type="title"/>
          </p:nvPr>
        </p:nvSpPr>
        <p:spPr>
          <a:xfrm>
            <a:off x="441946" y="704096"/>
            <a:ext cx="4821900" cy="9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ial"/>
              <a:buNone/>
              <a:defRPr sz="2700" b="0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26"/>
          <p:cNvSpPr txBox="1">
            <a:spLocks noGrp="1"/>
          </p:cNvSpPr>
          <p:nvPr>
            <p:ph type="subTitle" idx="1"/>
          </p:nvPr>
        </p:nvSpPr>
        <p:spPr>
          <a:xfrm>
            <a:off x="452342" y="1700784"/>
            <a:ext cx="48075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1234134" y="4846124"/>
            <a:ext cx="22896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100"/>
          </a:p>
        </p:txBody>
      </p:sp>
      <p:sp>
        <p:nvSpPr>
          <p:cNvPr id="311" name="Google Shape;311;p26"/>
          <p:cNvSpPr txBox="1"/>
          <p:nvPr/>
        </p:nvSpPr>
        <p:spPr>
          <a:xfrm>
            <a:off x="1234134" y="4927076"/>
            <a:ext cx="2892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100"/>
          </a:p>
        </p:txBody>
      </p:sp>
      <p:grpSp>
        <p:nvGrpSpPr>
          <p:cNvPr id="312" name="Google Shape;312;p26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313" name="Google Shape;313;p26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14" name="Google Shape;314;p26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26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26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26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26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26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26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26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26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26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26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25" name="Google Shape;325;p26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26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26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26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26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26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26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32" name="Google Shape;332;p26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26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10895" y="929297"/>
            <a:ext cx="5631638" cy="4223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" y="-372"/>
            <a:ext cx="9140961" cy="514387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6"/>
          <p:cNvSpPr/>
          <p:nvPr/>
        </p:nvSpPr>
        <p:spPr>
          <a:xfrm>
            <a:off x="4351955" y="929297"/>
            <a:ext cx="4804608" cy="4214204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26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26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26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8" name="Google Shape;348;p26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49" name="Google Shape;349;p26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26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26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26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26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6" name="Google Shape;356;p26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6"/>
          <p:cNvSpPr txBox="1"/>
          <p:nvPr/>
        </p:nvSpPr>
        <p:spPr>
          <a:xfrm>
            <a:off x="1234134" y="4846124"/>
            <a:ext cx="2681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\Copyright © 2026 Broadcom.  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Leaf">
  <p:cSld name="Quote – Leaf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 txBox="1">
            <a:spLocks noGrp="1"/>
          </p:cNvSpPr>
          <p:nvPr>
            <p:ph type="body" idx="1"/>
          </p:nvPr>
        </p:nvSpPr>
        <p:spPr>
          <a:xfrm>
            <a:off x="329270" y="1200150"/>
            <a:ext cx="40611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619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Char char="“"/>
              <a:defRPr sz="2100">
                <a:solidFill>
                  <a:schemeClr val="accent2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360" name="Google Shape;360;p27"/>
          <p:cNvSpPr txBox="1">
            <a:spLocks noGrp="1"/>
          </p:cNvSpPr>
          <p:nvPr>
            <p:ph type="body" idx="2"/>
          </p:nvPr>
        </p:nvSpPr>
        <p:spPr>
          <a:xfrm>
            <a:off x="459606" y="3799332"/>
            <a:ext cx="34365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361" name="Google Shape;361;p27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6695857" y="3464501"/>
            <a:ext cx="2055600" cy="10287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27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3" name="Google Shape;363;p27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364" name="Google Shape;364;p2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65" name="Google Shape;365;p2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2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2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2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2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2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2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2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2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2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5" name="Google Shape;375;p2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76" name="Google Shape;376;p2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2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2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2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2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2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2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83" name="Google Shape;383;p27"/>
          <p:cNvSpPr/>
          <p:nvPr/>
        </p:nvSpPr>
        <p:spPr>
          <a:xfrm>
            <a:off x="-6351" y="1379135"/>
            <a:ext cx="9152731" cy="3154823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7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5" name="Google Shape;385;p27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386" name="Google Shape;386;p2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87" name="Google Shape;387;p2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2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2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2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2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2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2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2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2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2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7" name="Google Shape;397;p2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98" name="Google Shape;398;p2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2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2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2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2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2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2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5" name="Google Shape;405;p27"/>
          <p:cNvSpPr txBox="1"/>
          <p:nvPr/>
        </p:nvSpPr>
        <p:spPr>
          <a:xfrm>
            <a:off x="1234134" y="4846124"/>
            <a:ext cx="2681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Broadcom.  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Aqua">
  <p:cSld name="Quote – Aqua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/>
          <p:nvPr/>
        </p:nvSpPr>
        <p:spPr>
          <a:xfrm>
            <a:off x="0" y="0"/>
            <a:ext cx="9147969" cy="4516035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8"/>
          <p:cNvSpPr/>
          <p:nvPr/>
        </p:nvSpPr>
        <p:spPr>
          <a:xfrm>
            <a:off x="-6351" y="1379135"/>
            <a:ext cx="9152731" cy="3154823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8"/>
          <p:cNvSpPr txBox="1">
            <a:spLocks noGrp="1"/>
          </p:cNvSpPr>
          <p:nvPr>
            <p:ph type="body" idx="1"/>
          </p:nvPr>
        </p:nvSpPr>
        <p:spPr>
          <a:xfrm>
            <a:off x="329270" y="1200150"/>
            <a:ext cx="40611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619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Char char="“"/>
              <a:defRPr sz="2100">
                <a:solidFill>
                  <a:schemeClr val="accent2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410" name="Google Shape;410;p28"/>
          <p:cNvSpPr txBox="1">
            <a:spLocks noGrp="1"/>
          </p:cNvSpPr>
          <p:nvPr>
            <p:ph type="body" idx="2"/>
          </p:nvPr>
        </p:nvSpPr>
        <p:spPr>
          <a:xfrm>
            <a:off x="459606" y="3799332"/>
            <a:ext cx="34365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411" name="Google Shape;411;p28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6695857" y="3464501"/>
            <a:ext cx="2055600" cy="10287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28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3" name="Google Shape;413;p28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414" name="Google Shape;414;p2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415" name="Google Shape;415;p2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2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2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2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2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2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2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2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2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2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5" name="Google Shape;425;p2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426" name="Google Shape;426;p2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2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2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2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2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2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2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33" name="Google Shape;433;p28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4" name="Google Shape;434;p28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435" name="Google Shape;435;p2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436" name="Google Shape;436;p2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2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2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2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2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2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2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2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2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2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" name="Google Shape;446;p2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447" name="Google Shape;447;p2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2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2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2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2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2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2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54" name="Google Shape;454;p28"/>
          <p:cNvSpPr txBox="1"/>
          <p:nvPr/>
        </p:nvSpPr>
        <p:spPr>
          <a:xfrm>
            <a:off x="1234134" y="4846124"/>
            <a:ext cx="2681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Broadcom.  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lum">
  <p:cSld name="Quote – Plum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9"/>
          <p:cNvSpPr/>
          <p:nvPr/>
        </p:nvSpPr>
        <p:spPr>
          <a:xfrm>
            <a:off x="-6351" y="1379135"/>
            <a:ext cx="9152731" cy="3154823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9"/>
          <p:cNvSpPr txBox="1">
            <a:spLocks noGrp="1"/>
          </p:cNvSpPr>
          <p:nvPr>
            <p:ph type="body" idx="1"/>
          </p:nvPr>
        </p:nvSpPr>
        <p:spPr>
          <a:xfrm>
            <a:off x="329270" y="1200150"/>
            <a:ext cx="40977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619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Char char="“"/>
              <a:defRPr sz="2100">
                <a:solidFill>
                  <a:schemeClr val="accent2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458" name="Google Shape;458;p29"/>
          <p:cNvSpPr txBox="1">
            <a:spLocks noGrp="1"/>
          </p:cNvSpPr>
          <p:nvPr>
            <p:ph type="body" idx="2"/>
          </p:nvPr>
        </p:nvSpPr>
        <p:spPr>
          <a:xfrm>
            <a:off x="459606" y="3799332"/>
            <a:ext cx="34365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459" name="Google Shape;459;p29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6695857" y="3464501"/>
            <a:ext cx="2055600" cy="10287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29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1" name="Google Shape;461;p29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462" name="Google Shape;462;p2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463" name="Google Shape;463;p2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2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2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2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2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2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2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2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2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2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2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474" name="Google Shape;474;p2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2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2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2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2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2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2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81" name="Google Shape;481;p29"/>
          <p:cNvSpPr/>
          <p:nvPr/>
        </p:nvSpPr>
        <p:spPr>
          <a:xfrm>
            <a:off x="-6351" y="1379135"/>
            <a:ext cx="9152731" cy="3154823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9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3" name="Google Shape;483;p29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484" name="Google Shape;484;p2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485" name="Google Shape;485;p2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2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2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2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2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2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2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2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5" name="Google Shape;495;p2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496" name="Google Shape;496;p2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2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2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2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2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2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2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03" name="Google Shape;503;p29"/>
          <p:cNvSpPr txBox="1"/>
          <p:nvPr/>
        </p:nvSpPr>
        <p:spPr>
          <a:xfrm>
            <a:off x="1234134" y="4846124"/>
            <a:ext cx="2681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Broadcom.  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>
  <p:cSld name="Big Statement - Customer Story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0"/>
          <p:cNvSpPr/>
          <p:nvPr/>
        </p:nvSpPr>
        <p:spPr>
          <a:xfrm>
            <a:off x="4855" y="328439"/>
            <a:ext cx="9142883" cy="4211542"/>
          </a:xfrm>
          <a:custGeom>
            <a:avLst/>
            <a:gdLst/>
            <a:ahLst/>
            <a:cxnLst/>
            <a:rect l="l" t="t" r="r" b="b"/>
            <a:pathLst>
              <a:path w="12231282" h="5615389" extrusionOk="0">
                <a:moveTo>
                  <a:pt x="0" y="0"/>
                </a:moveTo>
                <a:lnTo>
                  <a:pt x="12231282" y="27709"/>
                </a:lnTo>
                <a:lnTo>
                  <a:pt x="12203580" y="1466637"/>
                </a:lnTo>
                <a:lnTo>
                  <a:pt x="11206700" y="1466637"/>
                </a:lnTo>
                <a:cubicBezTo>
                  <a:pt x="10785051" y="1466637"/>
                  <a:pt x="10380638" y="1634150"/>
                  <a:pt x="10082432" y="1932294"/>
                </a:cubicBezTo>
                <a:lnTo>
                  <a:pt x="6864995" y="5149732"/>
                </a:lnTo>
                <a:cubicBezTo>
                  <a:pt x="6566852" y="5447874"/>
                  <a:pt x="6162438" y="5615389"/>
                  <a:pt x="5740726" y="5615389"/>
                </a:cubicBezTo>
                <a:lnTo>
                  <a:pt x="0" y="561538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0"/>
          <p:cNvSpPr/>
          <p:nvPr/>
        </p:nvSpPr>
        <p:spPr>
          <a:xfrm>
            <a:off x="-7299" y="1371178"/>
            <a:ext cx="9152686" cy="3168850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0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0"/>
          <p:cNvSpPr>
            <a:spLocks noGrp="1"/>
          </p:cNvSpPr>
          <p:nvPr>
            <p:ph type="pic" idx="2"/>
          </p:nvPr>
        </p:nvSpPr>
        <p:spPr>
          <a:xfrm>
            <a:off x="4844034" y="2673226"/>
            <a:ext cx="4299900" cy="247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09" name="Google Shape;509;p30"/>
          <p:cNvSpPr txBox="1">
            <a:spLocks noGrp="1"/>
          </p:cNvSpPr>
          <p:nvPr>
            <p:ph type="body" idx="1"/>
          </p:nvPr>
        </p:nvSpPr>
        <p:spPr>
          <a:xfrm>
            <a:off x="454231" y="3565923"/>
            <a:ext cx="36117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3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Char char="•"/>
              <a:defRPr sz="1200"/>
            </a:lvl2pPr>
            <a:lvl3pPr marL="1371600" lvl="2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 sz="1100"/>
            </a:lvl3pPr>
            <a:lvl4pPr marL="1828800" lvl="3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•"/>
              <a:defRPr sz="900"/>
            </a:lvl4pPr>
            <a:lvl5pPr marL="2286000" lvl="4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–"/>
              <a:defRPr sz="900"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510" name="Google Shape;510;p30"/>
          <p:cNvSpPr>
            <a:spLocks noGrp="1"/>
          </p:cNvSpPr>
          <p:nvPr>
            <p:ph type="body" idx="3"/>
          </p:nvPr>
        </p:nvSpPr>
        <p:spPr>
          <a:xfrm>
            <a:off x="6770577" y="309563"/>
            <a:ext cx="1938300" cy="893100"/>
          </a:xfrm>
          <a:prstGeom prst="roundRect">
            <a:avLst>
              <a:gd name="adj" fmla="val 16667"/>
            </a:avLst>
          </a:prstGeom>
          <a:noFill/>
          <a:ln w="238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​"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511" name="Google Shape;511;p30"/>
          <p:cNvSpPr txBox="1">
            <a:spLocks noGrp="1"/>
          </p:cNvSpPr>
          <p:nvPr>
            <p:ph type="body" idx="4"/>
          </p:nvPr>
        </p:nvSpPr>
        <p:spPr>
          <a:xfrm>
            <a:off x="454231" y="3868744"/>
            <a:ext cx="36117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marL="914400" lvl="1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Char char="•"/>
              <a:defRPr sz="1200"/>
            </a:lvl2pPr>
            <a:lvl3pPr marL="1371600" lvl="2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 sz="1100"/>
            </a:lvl3pPr>
            <a:lvl4pPr marL="1828800" lvl="3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•"/>
              <a:defRPr sz="900"/>
            </a:lvl4pPr>
            <a:lvl5pPr marL="2286000" lvl="4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–"/>
              <a:defRPr sz="900"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512" name="Google Shape;512;p30"/>
          <p:cNvSpPr txBox="1">
            <a:spLocks noGrp="1"/>
          </p:cNvSpPr>
          <p:nvPr>
            <p:ph type="body" idx="5"/>
          </p:nvPr>
        </p:nvSpPr>
        <p:spPr>
          <a:xfrm>
            <a:off x="329269" y="1087041"/>
            <a:ext cx="4927500" cy="25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619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Char char="“"/>
              <a:defRPr sz="2100">
                <a:solidFill>
                  <a:schemeClr val="accent2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hoto">
  <p:cSld name="Quote – Photo">
    <p:bg>
      <p:bgPr>
        <a:solidFill>
          <a:schemeClr val="lt1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31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2852" y="0"/>
            <a:ext cx="776912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31"/>
          <p:cNvSpPr/>
          <p:nvPr/>
        </p:nvSpPr>
        <p:spPr>
          <a:xfrm>
            <a:off x="0" y="0"/>
            <a:ext cx="9139200" cy="51435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0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1"/>
          <p:cNvSpPr/>
          <p:nvPr/>
        </p:nvSpPr>
        <p:spPr>
          <a:xfrm>
            <a:off x="4859" y="0"/>
            <a:ext cx="7721500" cy="4530339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1"/>
          <p:cNvSpPr txBox="1"/>
          <p:nvPr/>
        </p:nvSpPr>
        <p:spPr>
          <a:xfrm>
            <a:off x="1234134" y="4846124"/>
            <a:ext cx="22896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100"/>
          </a:p>
        </p:txBody>
      </p:sp>
      <p:sp>
        <p:nvSpPr>
          <p:cNvPr id="518" name="Google Shape;518;p31"/>
          <p:cNvSpPr txBox="1"/>
          <p:nvPr/>
        </p:nvSpPr>
        <p:spPr>
          <a:xfrm>
            <a:off x="1234134" y="4927076"/>
            <a:ext cx="2892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100"/>
          </a:p>
        </p:txBody>
      </p:sp>
      <p:grpSp>
        <p:nvGrpSpPr>
          <p:cNvPr id="519" name="Google Shape;519;p31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520" name="Google Shape;520;p3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521" name="Google Shape;521;p3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3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3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3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3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3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3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3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3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3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1" name="Google Shape;531;p3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532" name="Google Shape;532;p3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3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3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3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3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3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3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39" name="Google Shape;539;p31"/>
          <p:cNvSpPr txBox="1">
            <a:spLocks noGrp="1"/>
          </p:cNvSpPr>
          <p:nvPr>
            <p:ph type="body" idx="1"/>
          </p:nvPr>
        </p:nvSpPr>
        <p:spPr>
          <a:xfrm>
            <a:off x="329270" y="1200150"/>
            <a:ext cx="35673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619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Char char="“"/>
              <a:defRPr sz="2100">
                <a:solidFill>
                  <a:schemeClr val="accent2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540" name="Google Shape;540;p31"/>
          <p:cNvSpPr txBox="1">
            <a:spLocks noGrp="1"/>
          </p:cNvSpPr>
          <p:nvPr>
            <p:ph type="body" idx="2"/>
          </p:nvPr>
        </p:nvSpPr>
        <p:spPr>
          <a:xfrm>
            <a:off x="459606" y="3799332"/>
            <a:ext cx="26940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541" name="Google Shape;541;p31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2" name="Google Shape;542;p31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2852" y="0"/>
            <a:ext cx="776912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31"/>
          <p:cNvSpPr/>
          <p:nvPr/>
        </p:nvSpPr>
        <p:spPr>
          <a:xfrm>
            <a:off x="0" y="0"/>
            <a:ext cx="9139200" cy="51435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0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1"/>
          <p:cNvSpPr/>
          <p:nvPr/>
        </p:nvSpPr>
        <p:spPr>
          <a:xfrm>
            <a:off x="0" y="0"/>
            <a:ext cx="7721500" cy="4530339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5" name="Google Shape;545;p31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546" name="Google Shape;546;p3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547" name="Google Shape;547;p3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3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3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3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3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3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3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3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3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3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7" name="Google Shape;557;p3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558" name="Google Shape;558;p3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3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3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3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3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3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3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65" name="Google Shape;565;p31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1"/>
          <p:cNvSpPr txBox="1"/>
          <p:nvPr/>
        </p:nvSpPr>
        <p:spPr>
          <a:xfrm>
            <a:off x="1234134" y="4846124"/>
            <a:ext cx="2681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Broadcom.  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2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32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2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">
  <p:cSld name="Two-Content Balanced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4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8" name="Google Shape;578;p34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242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579" name="Google Shape;579;p34"/>
          <p:cNvSpPr txBox="1">
            <a:spLocks noGrp="1"/>
          </p:cNvSpPr>
          <p:nvPr>
            <p:ph type="body" idx="2"/>
          </p:nvPr>
        </p:nvSpPr>
        <p:spPr>
          <a:xfrm>
            <a:off x="456129" y="1200150"/>
            <a:ext cx="3986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1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•"/>
              <a:defRPr sz="900"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–"/>
              <a:defRPr sz="900">
                <a:solidFill>
                  <a:schemeClr val="dk1"/>
                </a:solidFill>
              </a:defRPr>
            </a:lvl5pPr>
            <a:lvl6pPr marL="2743200" lvl="5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•"/>
              <a:defRPr sz="900">
                <a:solidFill>
                  <a:schemeClr val="dk1"/>
                </a:solidFill>
              </a:defRPr>
            </a:lvl6pPr>
            <a:lvl7pPr marL="3200400" lvl="6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-"/>
              <a:defRPr sz="900">
                <a:solidFill>
                  <a:schemeClr val="dk1"/>
                </a:solidFill>
              </a:defRPr>
            </a:lvl7pPr>
            <a:lvl8pPr marL="3657600" lvl="7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•"/>
              <a:defRPr sz="900">
                <a:solidFill>
                  <a:schemeClr val="dk1"/>
                </a:solidFill>
              </a:defRPr>
            </a:lvl8pPr>
            <a:lvl9pPr marL="4114800" lvl="8" indent="-2794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800"/>
              <a:buChar char="-"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0" name="Google Shape;580;p34"/>
          <p:cNvSpPr txBox="1">
            <a:spLocks noGrp="1"/>
          </p:cNvSpPr>
          <p:nvPr>
            <p:ph type="body" idx="3"/>
          </p:nvPr>
        </p:nvSpPr>
        <p:spPr>
          <a:xfrm>
            <a:off x="4742200" y="1200150"/>
            <a:ext cx="3986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1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•"/>
              <a:defRPr sz="900"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–"/>
              <a:defRPr sz="900">
                <a:solidFill>
                  <a:schemeClr val="dk1"/>
                </a:solidFill>
              </a:defRPr>
            </a:lvl5pPr>
            <a:lvl6pPr marL="2743200" lvl="5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•"/>
              <a:defRPr sz="900">
                <a:solidFill>
                  <a:schemeClr val="dk1"/>
                </a:solidFill>
              </a:defRPr>
            </a:lvl6pPr>
            <a:lvl7pPr marL="3200400" lvl="6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-"/>
              <a:defRPr sz="900">
                <a:solidFill>
                  <a:schemeClr val="dk1"/>
                </a:solidFill>
              </a:defRPr>
            </a:lvl7pPr>
            <a:lvl8pPr marL="3657600" lvl="7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•"/>
              <a:defRPr sz="900">
                <a:solidFill>
                  <a:schemeClr val="dk1"/>
                </a:solidFill>
              </a:defRPr>
            </a:lvl8pPr>
            <a:lvl9pPr marL="4114800" lvl="8" indent="-2794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800"/>
              <a:buChar char="-"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1" name="Google Shape;581;p34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4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Right">
  <p:cSld name="Two-Content Balanced Color on Right"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5"/>
          <p:cNvSpPr txBox="1">
            <a:spLocks noGrp="1"/>
          </p:cNvSpPr>
          <p:nvPr>
            <p:ph type="body" idx="1"/>
          </p:nvPr>
        </p:nvSpPr>
        <p:spPr>
          <a:xfrm>
            <a:off x="4743771" y="1200151"/>
            <a:ext cx="4400100" cy="3429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342950" tIns="342950" rIns="342950" bIns="34295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1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•"/>
              <a:defRPr sz="900"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–"/>
              <a:defRPr sz="900">
                <a:solidFill>
                  <a:schemeClr val="dk1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dk1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-"/>
              <a:defRPr>
                <a:solidFill>
                  <a:schemeClr val="dk1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dk1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90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5" name="Google Shape;585;p35"/>
          <p:cNvSpPr txBox="1">
            <a:spLocks noGrp="1"/>
          </p:cNvSpPr>
          <p:nvPr>
            <p:ph type="subTitle" idx="2"/>
          </p:nvPr>
        </p:nvSpPr>
        <p:spPr>
          <a:xfrm>
            <a:off x="444765" y="608873"/>
            <a:ext cx="82242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586" name="Google Shape;586;p35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7" name="Google Shape;587;p35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5"/>
          <p:cNvSpPr txBox="1">
            <a:spLocks noGrp="1"/>
          </p:cNvSpPr>
          <p:nvPr>
            <p:ph type="body" idx="3"/>
          </p:nvPr>
        </p:nvSpPr>
        <p:spPr>
          <a:xfrm>
            <a:off x="0" y="1200151"/>
            <a:ext cx="4421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5850" tIns="342950" rIns="342950" bIns="34295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1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•"/>
              <a:defRPr sz="900"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–"/>
              <a:defRPr sz="900">
                <a:solidFill>
                  <a:schemeClr val="dk1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dk1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-"/>
              <a:defRPr>
                <a:solidFill>
                  <a:schemeClr val="dk1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dk1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90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9" name="Google Shape;589;p35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Left">
  <p:cSld name="Two-Content Balanced Color on Left"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6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2" name="Google Shape;592;p36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242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593" name="Google Shape;593;p36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6"/>
          <p:cNvSpPr txBox="1">
            <a:spLocks noGrp="1"/>
          </p:cNvSpPr>
          <p:nvPr>
            <p:ph type="body" idx="2"/>
          </p:nvPr>
        </p:nvSpPr>
        <p:spPr>
          <a:xfrm>
            <a:off x="4743771" y="1200151"/>
            <a:ext cx="44001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50" tIns="342950" rIns="342950" bIns="34295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1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•"/>
              <a:defRPr sz="900"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–"/>
              <a:defRPr sz="900">
                <a:solidFill>
                  <a:schemeClr val="dk1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dk1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-"/>
              <a:defRPr>
                <a:solidFill>
                  <a:schemeClr val="dk1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dk1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90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5" name="Google Shape;595;p36"/>
          <p:cNvSpPr txBox="1">
            <a:spLocks noGrp="1"/>
          </p:cNvSpPr>
          <p:nvPr>
            <p:ph type="body" idx="3"/>
          </p:nvPr>
        </p:nvSpPr>
        <p:spPr>
          <a:xfrm>
            <a:off x="0" y="1200151"/>
            <a:ext cx="4421400" cy="3429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445850" tIns="342950" rIns="342950" bIns="34295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1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•"/>
              <a:defRPr sz="900"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–"/>
              <a:defRPr sz="900">
                <a:solidFill>
                  <a:schemeClr val="dk1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dk1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-"/>
              <a:defRPr>
                <a:solidFill>
                  <a:schemeClr val="dk1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dk1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90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6" name="Google Shape;596;p36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7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37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242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600" name="Google Shape;600;p37"/>
          <p:cNvSpPr txBox="1">
            <a:spLocks noGrp="1"/>
          </p:cNvSpPr>
          <p:nvPr>
            <p:ph type="body" idx="2"/>
          </p:nvPr>
        </p:nvSpPr>
        <p:spPr>
          <a:xfrm>
            <a:off x="444765" y="1200152"/>
            <a:ext cx="39663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342950" bIns="68575" anchor="b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​"/>
              <a:defRPr>
                <a:solidFill>
                  <a:schemeClr val="accent2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01" name="Google Shape;601;p37"/>
          <p:cNvSpPr/>
          <p:nvPr/>
        </p:nvSpPr>
        <p:spPr>
          <a:xfrm>
            <a:off x="444765" y="1863132"/>
            <a:ext cx="3966300" cy="34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7"/>
          <p:cNvSpPr txBox="1">
            <a:spLocks noGrp="1"/>
          </p:cNvSpPr>
          <p:nvPr>
            <p:ph type="body" idx="3"/>
          </p:nvPr>
        </p:nvSpPr>
        <p:spPr>
          <a:xfrm>
            <a:off x="444765" y="1965765"/>
            <a:ext cx="3987900" cy="26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1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•"/>
              <a:defRPr sz="900"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–"/>
              <a:defRPr sz="900"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03" name="Google Shape;603;p37"/>
          <p:cNvSpPr txBox="1">
            <a:spLocks noGrp="1"/>
          </p:cNvSpPr>
          <p:nvPr>
            <p:ph type="body" idx="4"/>
          </p:nvPr>
        </p:nvSpPr>
        <p:spPr>
          <a:xfrm>
            <a:off x="4732777" y="1200152"/>
            <a:ext cx="39663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342950" bIns="68575" anchor="b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​"/>
              <a:defRPr sz="1500">
                <a:solidFill>
                  <a:schemeClr val="accent4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04" name="Google Shape;604;p37"/>
          <p:cNvSpPr/>
          <p:nvPr/>
        </p:nvSpPr>
        <p:spPr>
          <a:xfrm>
            <a:off x="4729137" y="1863132"/>
            <a:ext cx="3966300" cy="34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7"/>
          <p:cNvSpPr txBox="1">
            <a:spLocks noGrp="1"/>
          </p:cNvSpPr>
          <p:nvPr>
            <p:ph type="body" idx="5"/>
          </p:nvPr>
        </p:nvSpPr>
        <p:spPr>
          <a:xfrm>
            <a:off x="4732340" y="1965960"/>
            <a:ext cx="3966300" cy="26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1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•"/>
              <a:defRPr sz="900"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–"/>
              <a:defRPr sz="900"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06" name="Google Shape;606;p37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7"/>
          <p:cNvSpPr/>
          <p:nvPr/>
        </p:nvSpPr>
        <p:spPr>
          <a:xfrm>
            <a:off x="444765" y="1863132"/>
            <a:ext cx="3966300" cy="34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7"/>
          <p:cNvSpPr/>
          <p:nvPr/>
        </p:nvSpPr>
        <p:spPr>
          <a:xfrm>
            <a:off x="4729137" y="1863132"/>
            <a:ext cx="3966300" cy="34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7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-Content Comparison">
  <p:cSld name="Three-Content Comparison"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8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2" name="Google Shape;612;p38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242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613" name="Google Shape;613;p38"/>
          <p:cNvSpPr txBox="1">
            <a:spLocks noGrp="1"/>
          </p:cNvSpPr>
          <p:nvPr>
            <p:ph type="body" idx="2"/>
          </p:nvPr>
        </p:nvSpPr>
        <p:spPr>
          <a:xfrm>
            <a:off x="444765" y="1200150"/>
            <a:ext cx="2696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137175" bIns="68575" anchor="b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2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 sz="1400"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Char char="–"/>
              <a:defRPr>
                <a:solidFill>
                  <a:schemeClr val="lt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lt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14" name="Google Shape;614;p38"/>
          <p:cNvSpPr/>
          <p:nvPr/>
        </p:nvSpPr>
        <p:spPr>
          <a:xfrm>
            <a:off x="444765" y="1882110"/>
            <a:ext cx="2696100" cy="34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8"/>
          <p:cNvSpPr txBox="1">
            <a:spLocks noGrp="1"/>
          </p:cNvSpPr>
          <p:nvPr>
            <p:ph type="body" idx="3"/>
          </p:nvPr>
        </p:nvSpPr>
        <p:spPr>
          <a:xfrm>
            <a:off x="3224052" y="1200150"/>
            <a:ext cx="2696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137175" bIns="68575" anchor="b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3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 sz="1400"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Char char="–"/>
              <a:defRPr>
                <a:solidFill>
                  <a:schemeClr val="lt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lt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16" name="Google Shape;616;p38"/>
          <p:cNvSpPr txBox="1">
            <a:spLocks noGrp="1"/>
          </p:cNvSpPr>
          <p:nvPr>
            <p:ph type="body" idx="4"/>
          </p:nvPr>
        </p:nvSpPr>
        <p:spPr>
          <a:xfrm>
            <a:off x="6002958" y="1200150"/>
            <a:ext cx="2696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137175" bIns="68575" anchor="b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4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 sz="1400"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Char char="–"/>
              <a:defRPr>
                <a:solidFill>
                  <a:schemeClr val="lt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lt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17" name="Google Shape;617;p38"/>
          <p:cNvSpPr/>
          <p:nvPr/>
        </p:nvSpPr>
        <p:spPr>
          <a:xfrm>
            <a:off x="6002958" y="1882110"/>
            <a:ext cx="2696100" cy="34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8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8"/>
          <p:cNvSpPr/>
          <p:nvPr/>
        </p:nvSpPr>
        <p:spPr>
          <a:xfrm>
            <a:off x="3224052" y="1882110"/>
            <a:ext cx="2696100" cy="3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8"/>
          <p:cNvSpPr txBox="1">
            <a:spLocks noGrp="1"/>
          </p:cNvSpPr>
          <p:nvPr>
            <p:ph type="body" idx="5"/>
          </p:nvPr>
        </p:nvSpPr>
        <p:spPr>
          <a:xfrm>
            <a:off x="444765" y="1987154"/>
            <a:ext cx="2696100" cy="26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–"/>
              <a:defRPr sz="900">
                <a:solidFill>
                  <a:schemeClr val="dk1"/>
                </a:solidFill>
              </a:defRPr>
            </a:lvl3pPr>
            <a:lvl4pPr marL="1828800" lvl="3" indent="-2730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•"/>
              <a:defRPr sz="800">
                <a:solidFill>
                  <a:schemeClr val="dk1"/>
                </a:solidFill>
              </a:defRPr>
            </a:lvl4pPr>
            <a:lvl5pPr marL="2286000" lvl="4" indent="-2730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–"/>
              <a:defRPr sz="800"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21" name="Google Shape;621;p38"/>
          <p:cNvSpPr txBox="1">
            <a:spLocks noGrp="1"/>
          </p:cNvSpPr>
          <p:nvPr>
            <p:ph type="body" idx="6"/>
          </p:nvPr>
        </p:nvSpPr>
        <p:spPr>
          <a:xfrm>
            <a:off x="3224052" y="1987154"/>
            <a:ext cx="2696100" cy="26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–"/>
              <a:defRPr sz="900">
                <a:solidFill>
                  <a:schemeClr val="dk1"/>
                </a:solidFill>
              </a:defRPr>
            </a:lvl3pPr>
            <a:lvl4pPr marL="1828800" lvl="3" indent="-2730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•"/>
              <a:defRPr sz="800">
                <a:solidFill>
                  <a:schemeClr val="dk1"/>
                </a:solidFill>
              </a:defRPr>
            </a:lvl4pPr>
            <a:lvl5pPr marL="2286000" lvl="4" indent="-2730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–"/>
              <a:defRPr sz="800"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22" name="Google Shape;622;p38"/>
          <p:cNvSpPr txBox="1">
            <a:spLocks noGrp="1"/>
          </p:cNvSpPr>
          <p:nvPr>
            <p:ph type="body" idx="7"/>
          </p:nvPr>
        </p:nvSpPr>
        <p:spPr>
          <a:xfrm>
            <a:off x="6002958" y="1987154"/>
            <a:ext cx="2696100" cy="26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–"/>
              <a:defRPr sz="900">
                <a:solidFill>
                  <a:schemeClr val="dk1"/>
                </a:solidFill>
              </a:defRPr>
            </a:lvl3pPr>
            <a:lvl4pPr marL="1828800" lvl="3" indent="-2730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•"/>
              <a:defRPr sz="800">
                <a:solidFill>
                  <a:schemeClr val="dk1"/>
                </a:solidFill>
              </a:defRPr>
            </a:lvl4pPr>
            <a:lvl5pPr marL="2286000" lvl="4" indent="-2730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–"/>
              <a:defRPr sz="800"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23" name="Google Shape;623;p38"/>
          <p:cNvSpPr/>
          <p:nvPr/>
        </p:nvSpPr>
        <p:spPr>
          <a:xfrm>
            <a:off x="444765" y="1882110"/>
            <a:ext cx="2696100" cy="34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8"/>
          <p:cNvSpPr/>
          <p:nvPr/>
        </p:nvSpPr>
        <p:spPr>
          <a:xfrm>
            <a:off x="6002958" y="1882110"/>
            <a:ext cx="2696100" cy="34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8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8"/>
          <p:cNvSpPr/>
          <p:nvPr/>
        </p:nvSpPr>
        <p:spPr>
          <a:xfrm>
            <a:off x="3224052" y="1882110"/>
            <a:ext cx="2696100" cy="3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Left">
  <p:cSld name="Two Content Dynamic – Left"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9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9" name="Google Shape;629;p39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242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630" name="Google Shape;630;p39"/>
          <p:cNvSpPr/>
          <p:nvPr/>
        </p:nvSpPr>
        <p:spPr>
          <a:xfrm rot="10800000" flipH="1">
            <a:off x="0" y="1164499"/>
            <a:ext cx="2171100" cy="4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9"/>
          <p:cNvSpPr txBox="1">
            <a:spLocks noGrp="1"/>
          </p:cNvSpPr>
          <p:nvPr>
            <p:ph type="body" idx="2"/>
          </p:nvPr>
        </p:nvSpPr>
        <p:spPr>
          <a:xfrm>
            <a:off x="0" y="1207148"/>
            <a:ext cx="2171100" cy="3429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05750" tIns="342950" rIns="342950" bIns="34295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2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•"/>
              <a:defRPr sz="1200">
                <a:solidFill>
                  <a:schemeClr val="accent2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–"/>
              <a:defRPr sz="1100">
                <a:solidFill>
                  <a:schemeClr val="accent2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800"/>
              <a:buChar char="•"/>
              <a:defRPr sz="900">
                <a:solidFill>
                  <a:schemeClr val="accent2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800"/>
              <a:buChar char="–"/>
              <a:defRPr sz="900">
                <a:solidFill>
                  <a:schemeClr val="accent2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32" name="Google Shape;632;p39"/>
          <p:cNvSpPr txBox="1">
            <a:spLocks noGrp="1"/>
          </p:cNvSpPr>
          <p:nvPr>
            <p:ph type="body" idx="3"/>
          </p:nvPr>
        </p:nvSpPr>
        <p:spPr>
          <a:xfrm>
            <a:off x="2514064" y="1207148"/>
            <a:ext cx="6173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95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​"/>
              <a:defRPr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Char char="–"/>
              <a:defRPr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dk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>
                <a:solidFill>
                  <a:schemeClr val="dk1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dk1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-"/>
              <a:defRPr>
                <a:solidFill>
                  <a:schemeClr val="dk1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dk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33" name="Google Shape;633;p39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9"/>
          <p:cNvSpPr/>
          <p:nvPr/>
        </p:nvSpPr>
        <p:spPr>
          <a:xfrm rot="10800000" flipH="1">
            <a:off x="0" y="1164499"/>
            <a:ext cx="2171100" cy="4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9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Right">
  <p:cSld name="Two Content Dynamic – Right"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0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8" name="Google Shape;638;p40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242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639" name="Google Shape;639;p40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40"/>
          <p:cNvSpPr/>
          <p:nvPr/>
        </p:nvSpPr>
        <p:spPr>
          <a:xfrm rot="10800000" flipH="1">
            <a:off x="6972925" y="1164499"/>
            <a:ext cx="2171100" cy="4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0"/>
          <p:cNvSpPr txBox="1">
            <a:spLocks noGrp="1"/>
          </p:cNvSpPr>
          <p:nvPr>
            <p:ph type="body" idx="2"/>
          </p:nvPr>
        </p:nvSpPr>
        <p:spPr>
          <a:xfrm>
            <a:off x="6972925" y="1207148"/>
            <a:ext cx="2171100" cy="3429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05750" tIns="342950" rIns="342950" bIns="34295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2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•"/>
              <a:defRPr sz="1200">
                <a:solidFill>
                  <a:schemeClr val="accent2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–"/>
              <a:defRPr sz="1100">
                <a:solidFill>
                  <a:schemeClr val="accent2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800"/>
              <a:buChar char="•"/>
              <a:defRPr sz="900">
                <a:solidFill>
                  <a:schemeClr val="accent2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800"/>
              <a:buChar char="–"/>
              <a:defRPr sz="900">
                <a:solidFill>
                  <a:schemeClr val="accent2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42" name="Google Shape;642;p40"/>
          <p:cNvSpPr txBox="1">
            <a:spLocks noGrp="1"/>
          </p:cNvSpPr>
          <p:nvPr>
            <p:ph type="body" idx="3"/>
          </p:nvPr>
        </p:nvSpPr>
        <p:spPr>
          <a:xfrm>
            <a:off x="0" y="1207148"/>
            <a:ext cx="6173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5850" tIns="34295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​"/>
              <a:defRPr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Char char="–"/>
              <a:defRPr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dk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>
                <a:solidFill>
                  <a:schemeClr val="dk1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dk1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-"/>
              <a:defRPr>
                <a:solidFill>
                  <a:schemeClr val="dk1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dk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43" name="Google Shape;643;p40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0"/>
          <p:cNvSpPr/>
          <p:nvPr/>
        </p:nvSpPr>
        <p:spPr>
          <a:xfrm rot="10800000" flipH="1">
            <a:off x="6972925" y="1164499"/>
            <a:ext cx="2171100" cy="4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Content on Right">
  <p:cSld name="Diagram with Content on Right"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1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7" name="Google Shape;647;p41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242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648" name="Google Shape;648;p41"/>
          <p:cNvSpPr/>
          <p:nvPr/>
        </p:nvSpPr>
        <p:spPr>
          <a:xfrm rot="10800000" flipH="1">
            <a:off x="6286691" y="1192606"/>
            <a:ext cx="2857200" cy="61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41"/>
          <p:cNvSpPr txBox="1">
            <a:spLocks noGrp="1"/>
          </p:cNvSpPr>
          <p:nvPr>
            <p:ph type="body" idx="2"/>
          </p:nvPr>
        </p:nvSpPr>
        <p:spPr>
          <a:xfrm>
            <a:off x="6286947" y="1200150"/>
            <a:ext cx="28572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950" rIns="445850" bIns="34295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accent2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•"/>
              <a:defRPr sz="1100">
                <a:solidFill>
                  <a:schemeClr val="accent2"/>
                </a:solidFill>
              </a:defRPr>
            </a:lvl2pPr>
            <a:lvl3pPr marL="1371600" lvl="2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800"/>
              <a:buChar char="–"/>
              <a:defRPr sz="900">
                <a:solidFill>
                  <a:schemeClr val="accent2"/>
                </a:solidFill>
              </a:defRPr>
            </a:lvl3pPr>
            <a:lvl4pPr marL="1828800" lvl="3" indent="-2730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700"/>
              <a:buChar char="•"/>
              <a:defRPr sz="800">
                <a:solidFill>
                  <a:schemeClr val="accent2"/>
                </a:solidFill>
              </a:defRPr>
            </a:lvl4pPr>
            <a:lvl5pPr marL="2286000" lvl="4" indent="-2730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700"/>
              <a:buChar char="–"/>
              <a:defRPr sz="800">
                <a:solidFill>
                  <a:schemeClr val="accent2"/>
                </a:solidFill>
              </a:defRPr>
            </a:lvl5pPr>
            <a:lvl6pPr marL="2743200" lvl="5" indent="-2730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700"/>
              <a:buChar char="•"/>
              <a:defRPr sz="800">
                <a:solidFill>
                  <a:schemeClr val="accent2"/>
                </a:solidFill>
              </a:defRPr>
            </a:lvl6pPr>
            <a:lvl7pPr marL="3200400" lvl="6" indent="-2730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700"/>
              <a:buChar char="-"/>
              <a:defRPr sz="800">
                <a:solidFill>
                  <a:schemeClr val="accent2"/>
                </a:solidFill>
              </a:defRPr>
            </a:lvl7pPr>
            <a:lvl8pPr marL="3657600" lvl="7" indent="-2730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700"/>
              <a:buChar char="•"/>
              <a:defRPr sz="800">
                <a:solidFill>
                  <a:schemeClr val="accent2"/>
                </a:solidFill>
              </a:defRPr>
            </a:lvl8pPr>
            <a:lvl9pPr marL="4114800" lvl="8" indent="-27305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accent2"/>
              </a:buClr>
              <a:buSzPts val="700"/>
              <a:buChar char="-"/>
              <a:defRPr sz="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50" name="Google Shape;650;p41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41"/>
          <p:cNvSpPr txBox="1">
            <a:spLocks noGrp="1"/>
          </p:cNvSpPr>
          <p:nvPr>
            <p:ph type="body" idx="3"/>
          </p:nvPr>
        </p:nvSpPr>
        <p:spPr>
          <a:xfrm>
            <a:off x="456128" y="1200151"/>
            <a:ext cx="55503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5850" tIns="1028875" rIns="342950" bIns="342950" anchor="t" anchorCtr="0">
            <a:noAutofit/>
          </a:bodyPr>
          <a:lstStyle>
            <a:lvl1pPr marL="457200" lvl="0" indent="-2730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​"/>
              <a:defRPr sz="80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900"/>
              <a:buChar char="–"/>
              <a:defRPr sz="1100">
                <a:solidFill>
                  <a:schemeClr val="lt1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900">
                <a:solidFill>
                  <a:schemeClr val="lt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 sz="9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400">
                <a:solidFill>
                  <a:schemeClr val="lt1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900"/>
              <a:buChar char="-"/>
              <a:defRPr sz="1100">
                <a:solidFill>
                  <a:schemeClr val="lt1"/>
                </a:solidFill>
              </a:defRPr>
            </a:lvl7pPr>
            <a:lvl8pPr marL="3657600" lvl="7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9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lt1"/>
              </a:buClr>
              <a:buSzPts val="1200"/>
              <a:buChar char="-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2" name="Google Shape;652;p41"/>
          <p:cNvSpPr/>
          <p:nvPr/>
        </p:nvSpPr>
        <p:spPr>
          <a:xfrm rot="10800000" flipH="1">
            <a:off x="6286691" y="1192606"/>
            <a:ext cx="2857200" cy="61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1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Outcome, Benefit">
  <p:cSld name="Diagram with Outcome, Benefit"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2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6" name="Google Shape;656;p42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242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cxnSp>
        <p:nvCxnSpPr>
          <p:cNvPr id="657" name="Google Shape;657;p42"/>
          <p:cNvCxnSpPr/>
          <p:nvPr/>
        </p:nvCxnSpPr>
        <p:spPr>
          <a:xfrm>
            <a:off x="6286947" y="1206501"/>
            <a:ext cx="2857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58" name="Google Shape;658;p42"/>
          <p:cNvSpPr txBox="1">
            <a:spLocks noGrp="1"/>
          </p:cNvSpPr>
          <p:nvPr>
            <p:ph type="body" idx="2"/>
          </p:nvPr>
        </p:nvSpPr>
        <p:spPr>
          <a:xfrm>
            <a:off x="6286947" y="1274766"/>
            <a:ext cx="24009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2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59" name="Google Shape;659;p42"/>
          <p:cNvSpPr txBox="1">
            <a:spLocks noGrp="1"/>
          </p:cNvSpPr>
          <p:nvPr>
            <p:ph type="body" idx="3"/>
          </p:nvPr>
        </p:nvSpPr>
        <p:spPr>
          <a:xfrm>
            <a:off x="6285756" y="1547286"/>
            <a:ext cx="24021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cxnSp>
        <p:nvCxnSpPr>
          <p:cNvPr id="660" name="Google Shape;660;p42"/>
          <p:cNvCxnSpPr/>
          <p:nvPr/>
        </p:nvCxnSpPr>
        <p:spPr>
          <a:xfrm>
            <a:off x="6286947" y="2904331"/>
            <a:ext cx="28572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61" name="Google Shape;661;p42"/>
          <p:cNvSpPr txBox="1">
            <a:spLocks noGrp="1"/>
          </p:cNvSpPr>
          <p:nvPr>
            <p:ph type="body" idx="4"/>
          </p:nvPr>
        </p:nvSpPr>
        <p:spPr>
          <a:xfrm>
            <a:off x="6286947" y="2979352"/>
            <a:ext cx="24009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4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62" name="Google Shape;662;p42"/>
          <p:cNvSpPr txBox="1">
            <a:spLocks noGrp="1"/>
          </p:cNvSpPr>
          <p:nvPr>
            <p:ph type="body" idx="5"/>
          </p:nvPr>
        </p:nvSpPr>
        <p:spPr>
          <a:xfrm>
            <a:off x="6285756" y="3260928"/>
            <a:ext cx="24021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63" name="Google Shape;663;p42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42"/>
          <p:cNvSpPr txBox="1">
            <a:spLocks noGrp="1"/>
          </p:cNvSpPr>
          <p:nvPr>
            <p:ph type="body" idx="6"/>
          </p:nvPr>
        </p:nvSpPr>
        <p:spPr>
          <a:xfrm>
            <a:off x="456128" y="1200151"/>
            <a:ext cx="55503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5850" tIns="1028875" rIns="342950" bIns="342950" anchor="t" anchorCtr="0">
            <a:noAutofit/>
          </a:bodyPr>
          <a:lstStyle>
            <a:lvl1pPr marL="457200" lvl="0" indent="-2730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​"/>
              <a:defRPr sz="80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900"/>
              <a:buChar char="–"/>
              <a:defRPr sz="1100">
                <a:solidFill>
                  <a:schemeClr val="lt1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900">
                <a:solidFill>
                  <a:schemeClr val="lt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 sz="9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400">
                <a:solidFill>
                  <a:schemeClr val="lt1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900"/>
              <a:buChar char="-"/>
              <a:defRPr sz="1100">
                <a:solidFill>
                  <a:schemeClr val="lt1"/>
                </a:solidFill>
              </a:defRPr>
            </a:lvl7pPr>
            <a:lvl8pPr marL="3657600" lvl="7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9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lt1"/>
              </a:buClr>
              <a:buSzPts val="1200"/>
              <a:buChar char="-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665" name="Google Shape;665;p42"/>
          <p:cNvCxnSpPr/>
          <p:nvPr/>
        </p:nvCxnSpPr>
        <p:spPr>
          <a:xfrm>
            <a:off x="6286947" y="1206501"/>
            <a:ext cx="2857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66" name="Google Shape;666;p42"/>
          <p:cNvCxnSpPr/>
          <p:nvPr/>
        </p:nvCxnSpPr>
        <p:spPr>
          <a:xfrm>
            <a:off x="6286947" y="2904331"/>
            <a:ext cx="28572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67" name="Google Shape;667;p42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Success">
  <p:cSld name="Customer Success"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3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0" name="Google Shape;670;p43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242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cxnSp>
        <p:nvCxnSpPr>
          <p:cNvPr id="671" name="Google Shape;671;p43"/>
          <p:cNvCxnSpPr/>
          <p:nvPr/>
        </p:nvCxnSpPr>
        <p:spPr>
          <a:xfrm>
            <a:off x="457319" y="1164186"/>
            <a:ext cx="2604300" cy="0"/>
          </a:xfrm>
          <a:prstGeom prst="straightConnector1">
            <a:avLst/>
          </a:prstGeom>
          <a:noFill/>
          <a:ln w="1667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72" name="Google Shape;672;p43"/>
          <p:cNvSpPr txBox="1">
            <a:spLocks noGrp="1"/>
          </p:cNvSpPr>
          <p:nvPr>
            <p:ph type="body" idx="2"/>
          </p:nvPr>
        </p:nvSpPr>
        <p:spPr>
          <a:xfrm>
            <a:off x="458853" y="1425820"/>
            <a:ext cx="2402100" cy="9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95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​"/>
              <a:defRPr sz="800">
                <a:solidFill>
                  <a:schemeClr val="dk1"/>
                </a:solidFill>
              </a:defRPr>
            </a:lvl1pPr>
            <a:lvl2pPr marL="914400" lvl="1" indent="-2730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Char char="•"/>
              <a:defRPr sz="800">
                <a:solidFill>
                  <a:schemeClr val="dk1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2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•"/>
              <a:defRPr sz="900">
                <a:solidFill>
                  <a:schemeClr val="dk2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–"/>
              <a:defRPr sz="900">
                <a:solidFill>
                  <a:schemeClr val="dk2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cxnSp>
        <p:nvCxnSpPr>
          <p:cNvPr id="673" name="Google Shape;673;p43"/>
          <p:cNvCxnSpPr/>
          <p:nvPr/>
        </p:nvCxnSpPr>
        <p:spPr>
          <a:xfrm>
            <a:off x="3309986" y="1164186"/>
            <a:ext cx="2604300" cy="0"/>
          </a:xfrm>
          <a:prstGeom prst="straightConnector1">
            <a:avLst/>
          </a:prstGeom>
          <a:noFill/>
          <a:ln w="1667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74" name="Google Shape;674;p43"/>
          <p:cNvSpPr txBox="1">
            <a:spLocks noGrp="1"/>
          </p:cNvSpPr>
          <p:nvPr>
            <p:ph type="body" idx="3"/>
          </p:nvPr>
        </p:nvSpPr>
        <p:spPr>
          <a:xfrm>
            <a:off x="3311520" y="1425821"/>
            <a:ext cx="24021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95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​"/>
              <a:defRPr sz="800">
                <a:solidFill>
                  <a:schemeClr val="dk1"/>
                </a:solidFill>
              </a:defRPr>
            </a:lvl1pPr>
            <a:lvl2pPr marL="914400" lvl="1" indent="-2730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Char char="•"/>
              <a:defRPr sz="800">
                <a:solidFill>
                  <a:schemeClr val="dk1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2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•"/>
              <a:defRPr sz="900">
                <a:solidFill>
                  <a:schemeClr val="dk2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–"/>
              <a:defRPr sz="900">
                <a:solidFill>
                  <a:schemeClr val="dk2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cxnSp>
        <p:nvCxnSpPr>
          <p:cNvPr id="675" name="Google Shape;675;p43"/>
          <p:cNvCxnSpPr/>
          <p:nvPr/>
        </p:nvCxnSpPr>
        <p:spPr>
          <a:xfrm>
            <a:off x="457319" y="2494029"/>
            <a:ext cx="2604300" cy="0"/>
          </a:xfrm>
          <a:prstGeom prst="straightConnector1">
            <a:avLst/>
          </a:prstGeom>
          <a:noFill/>
          <a:ln w="16675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76" name="Google Shape;676;p43"/>
          <p:cNvSpPr txBox="1">
            <a:spLocks noGrp="1"/>
          </p:cNvSpPr>
          <p:nvPr>
            <p:ph type="body" idx="4"/>
          </p:nvPr>
        </p:nvSpPr>
        <p:spPr>
          <a:xfrm>
            <a:off x="458853" y="2770073"/>
            <a:ext cx="2402100" cy="8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95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​"/>
              <a:defRPr sz="800">
                <a:solidFill>
                  <a:schemeClr val="dk1"/>
                </a:solidFill>
              </a:defRPr>
            </a:lvl1pPr>
            <a:lvl2pPr marL="914400" lvl="1" indent="-2730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Char char="•"/>
              <a:defRPr sz="800">
                <a:solidFill>
                  <a:schemeClr val="dk1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2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•"/>
              <a:defRPr sz="900">
                <a:solidFill>
                  <a:schemeClr val="dk2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–"/>
              <a:defRPr sz="900">
                <a:solidFill>
                  <a:schemeClr val="dk2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cxnSp>
        <p:nvCxnSpPr>
          <p:cNvPr id="677" name="Google Shape;677;p43"/>
          <p:cNvCxnSpPr/>
          <p:nvPr/>
        </p:nvCxnSpPr>
        <p:spPr>
          <a:xfrm>
            <a:off x="3309986" y="2494029"/>
            <a:ext cx="2604300" cy="0"/>
          </a:xfrm>
          <a:prstGeom prst="straightConnector1">
            <a:avLst/>
          </a:prstGeom>
          <a:noFill/>
          <a:ln w="16675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78" name="Google Shape;678;p43"/>
          <p:cNvSpPr txBox="1">
            <a:spLocks noGrp="1"/>
          </p:cNvSpPr>
          <p:nvPr>
            <p:ph type="body" idx="5"/>
          </p:nvPr>
        </p:nvSpPr>
        <p:spPr>
          <a:xfrm>
            <a:off x="3311520" y="2770073"/>
            <a:ext cx="2402100" cy="8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95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​"/>
              <a:defRPr sz="800">
                <a:solidFill>
                  <a:schemeClr val="dk1"/>
                </a:solidFill>
              </a:defRPr>
            </a:lvl1pPr>
            <a:lvl2pPr marL="914400" lvl="1" indent="-2730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Char char="•"/>
              <a:defRPr sz="800">
                <a:solidFill>
                  <a:schemeClr val="dk1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2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•"/>
              <a:defRPr sz="900">
                <a:solidFill>
                  <a:schemeClr val="dk2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Char char="–"/>
              <a:defRPr sz="900">
                <a:solidFill>
                  <a:schemeClr val="dk2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cxnSp>
        <p:nvCxnSpPr>
          <p:cNvPr id="679" name="Google Shape;679;p43"/>
          <p:cNvCxnSpPr/>
          <p:nvPr/>
        </p:nvCxnSpPr>
        <p:spPr>
          <a:xfrm>
            <a:off x="456673" y="3766661"/>
            <a:ext cx="2604300" cy="0"/>
          </a:xfrm>
          <a:prstGeom prst="straightConnector1">
            <a:avLst/>
          </a:prstGeom>
          <a:noFill/>
          <a:ln w="16675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80" name="Google Shape;680;p43"/>
          <p:cNvSpPr txBox="1">
            <a:spLocks noGrp="1"/>
          </p:cNvSpPr>
          <p:nvPr>
            <p:ph type="body" idx="6"/>
          </p:nvPr>
        </p:nvSpPr>
        <p:spPr>
          <a:xfrm>
            <a:off x="459940" y="3995502"/>
            <a:ext cx="24009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​"/>
              <a:defRPr sz="8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81" name="Google Shape;681;p43"/>
          <p:cNvSpPr txBox="1">
            <a:spLocks noGrp="1"/>
          </p:cNvSpPr>
          <p:nvPr>
            <p:ph type="body" idx="7"/>
          </p:nvPr>
        </p:nvSpPr>
        <p:spPr>
          <a:xfrm>
            <a:off x="459940" y="4195218"/>
            <a:ext cx="24009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​"/>
              <a:defRPr sz="8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82" name="Google Shape;682;p43"/>
          <p:cNvSpPr txBox="1">
            <a:spLocks noGrp="1"/>
          </p:cNvSpPr>
          <p:nvPr>
            <p:ph type="body" idx="8"/>
          </p:nvPr>
        </p:nvSpPr>
        <p:spPr>
          <a:xfrm>
            <a:off x="459940" y="4394933"/>
            <a:ext cx="24009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​"/>
              <a:defRPr sz="8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83" name="Google Shape;683;p43"/>
          <p:cNvSpPr txBox="1">
            <a:spLocks noGrp="1"/>
          </p:cNvSpPr>
          <p:nvPr>
            <p:ph type="body" idx="9"/>
          </p:nvPr>
        </p:nvSpPr>
        <p:spPr>
          <a:xfrm>
            <a:off x="3301452" y="3995502"/>
            <a:ext cx="24210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​"/>
              <a:defRPr sz="8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84" name="Google Shape;684;p43"/>
          <p:cNvSpPr txBox="1">
            <a:spLocks noGrp="1"/>
          </p:cNvSpPr>
          <p:nvPr>
            <p:ph type="body" idx="13"/>
          </p:nvPr>
        </p:nvSpPr>
        <p:spPr>
          <a:xfrm>
            <a:off x="3301452" y="4195218"/>
            <a:ext cx="24210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​"/>
              <a:defRPr sz="8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85" name="Google Shape;685;p43"/>
          <p:cNvSpPr txBox="1">
            <a:spLocks noGrp="1"/>
          </p:cNvSpPr>
          <p:nvPr>
            <p:ph type="body" idx="14"/>
          </p:nvPr>
        </p:nvSpPr>
        <p:spPr>
          <a:xfrm>
            <a:off x="3301452" y="4394933"/>
            <a:ext cx="24210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​"/>
              <a:defRPr sz="8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86" name="Google Shape;686;p43"/>
          <p:cNvSpPr>
            <a:spLocks noGrp="1"/>
          </p:cNvSpPr>
          <p:nvPr>
            <p:ph type="pic" idx="15"/>
          </p:nvPr>
        </p:nvSpPr>
        <p:spPr>
          <a:xfrm>
            <a:off x="6907773" y="1200150"/>
            <a:ext cx="1381500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687" name="Google Shape;687;p43"/>
          <p:cNvSpPr txBox="1">
            <a:spLocks noGrp="1"/>
          </p:cNvSpPr>
          <p:nvPr>
            <p:ph type="body" idx="16"/>
          </p:nvPr>
        </p:nvSpPr>
        <p:spPr>
          <a:xfrm>
            <a:off x="6383761" y="1760950"/>
            <a:ext cx="24057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79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​"/>
              <a:defRPr sz="900">
                <a:solidFill>
                  <a:schemeClr val="dk1"/>
                </a:solidFill>
              </a:defRPr>
            </a:lvl1pPr>
            <a:lvl2pPr marL="914400" lvl="1" indent="-2794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Font typeface="Open Sans"/>
              <a:buChar char="​"/>
              <a:defRPr sz="900">
                <a:solidFill>
                  <a:schemeClr val="accent1"/>
                </a:solidFill>
              </a:defRPr>
            </a:lvl2pPr>
            <a:lvl3pPr marL="1371600" lvl="2" indent="-2794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Font typeface="Open Sans"/>
              <a:buChar char="​"/>
              <a:defRPr sz="900">
                <a:solidFill>
                  <a:schemeClr val="accent1"/>
                </a:solidFill>
              </a:defRPr>
            </a:lvl3pPr>
            <a:lvl4pPr marL="1828800" lvl="3" indent="-2794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Font typeface="Open Sans"/>
              <a:buChar char="​"/>
              <a:defRPr sz="900">
                <a:solidFill>
                  <a:schemeClr val="accent1"/>
                </a:solidFill>
              </a:defRPr>
            </a:lvl4pPr>
            <a:lvl5pPr marL="2286000" lvl="4" indent="-2794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Font typeface="Open Sans"/>
              <a:buChar char="​"/>
              <a:defRPr sz="900">
                <a:solidFill>
                  <a:schemeClr val="accen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88" name="Google Shape;688;p43"/>
          <p:cNvSpPr txBox="1">
            <a:spLocks noGrp="1"/>
          </p:cNvSpPr>
          <p:nvPr>
            <p:ph type="body" idx="17"/>
          </p:nvPr>
        </p:nvSpPr>
        <p:spPr>
          <a:xfrm>
            <a:off x="6383761" y="1985468"/>
            <a:ext cx="24057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79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​"/>
              <a:defRPr sz="900">
                <a:solidFill>
                  <a:schemeClr val="dk1"/>
                </a:solidFill>
              </a:defRPr>
            </a:lvl1pPr>
            <a:lvl2pPr marL="914400" lvl="1" indent="-2794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Font typeface="Open Sans"/>
              <a:buChar char="​"/>
              <a:defRPr sz="900">
                <a:solidFill>
                  <a:schemeClr val="accent1"/>
                </a:solidFill>
              </a:defRPr>
            </a:lvl2pPr>
            <a:lvl3pPr marL="1371600" lvl="2" indent="-2794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Font typeface="Open Sans"/>
              <a:buChar char="​"/>
              <a:defRPr sz="900">
                <a:solidFill>
                  <a:schemeClr val="accent1"/>
                </a:solidFill>
              </a:defRPr>
            </a:lvl3pPr>
            <a:lvl4pPr marL="1828800" lvl="3" indent="-2794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Font typeface="Open Sans"/>
              <a:buChar char="​"/>
              <a:defRPr sz="900">
                <a:solidFill>
                  <a:schemeClr val="accent1"/>
                </a:solidFill>
              </a:defRPr>
            </a:lvl4pPr>
            <a:lvl5pPr marL="2286000" lvl="4" indent="-2794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Font typeface="Open Sans"/>
              <a:buChar char="​"/>
              <a:defRPr sz="900">
                <a:solidFill>
                  <a:schemeClr val="accen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89" name="Google Shape;689;p43"/>
          <p:cNvSpPr>
            <a:spLocks noGrp="1"/>
          </p:cNvSpPr>
          <p:nvPr>
            <p:ph type="pic" idx="18"/>
          </p:nvPr>
        </p:nvSpPr>
        <p:spPr>
          <a:xfrm>
            <a:off x="6388525" y="2228850"/>
            <a:ext cx="23961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690" name="Google Shape;690;p43"/>
          <p:cNvSpPr txBox="1">
            <a:spLocks noGrp="1"/>
          </p:cNvSpPr>
          <p:nvPr>
            <p:ph type="body" idx="19"/>
          </p:nvPr>
        </p:nvSpPr>
        <p:spPr>
          <a:xfrm>
            <a:off x="6388525" y="3766661"/>
            <a:ext cx="2400900" cy="8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2794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Font typeface="Open Sans"/>
              <a:buChar char="​"/>
              <a:defRPr sz="9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Font typeface="Open Sans"/>
              <a:buNone/>
              <a:defRPr sz="900">
                <a:solidFill>
                  <a:schemeClr val="accent1"/>
                </a:solidFill>
              </a:defRPr>
            </a:lvl3pPr>
            <a:lvl4pPr marL="1828800" lvl="3" indent="-2794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Font typeface="Open Sans"/>
              <a:buChar char="​"/>
              <a:defRPr sz="900">
                <a:solidFill>
                  <a:schemeClr val="accent1"/>
                </a:solidFill>
              </a:defRPr>
            </a:lvl4pPr>
            <a:lvl5pPr marL="2286000" lvl="4" indent="-2794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800"/>
              <a:buFont typeface="Open Sans"/>
              <a:buChar char="​"/>
              <a:defRPr sz="900">
                <a:solidFill>
                  <a:schemeClr val="accen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91" name="Google Shape;691;p43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2" name="Google Shape;692;p43"/>
          <p:cNvCxnSpPr/>
          <p:nvPr/>
        </p:nvCxnSpPr>
        <p:spPr>
          <a:xfrm>
            <a:off x="3309986" y="3766661"/>
            <a:ext cx="2604300" cy="0"/>
          </a:xfrm>
          <a:prstGeom prst="straightConnector1">
            <a:avLst/>
          </a:prstGeom>
          <a:noFill/>
          <a:ln w="16675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93" name="Google Shape;693;p43"/>
          <p:cNvSpPr txBox="1">
            <a:spLocks noGrp="1"/>
          </p:cNvSpPr>
          <p:nvPr>
            <p:ph type="body" idx="20"/>
          </p:nvPr>
        </p:nvSpPr>
        <p:spPr>
          <a:xfrm>
            <a:off x="456129" y="1164431"/>
            <a:ext cx="24021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​"/>
              <a:defRPr sz="900" cap="none">
                <a:solidFill>
                  <a:schemeClr val="accent2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94" name="Google Shape;694;p43"/>
          <p:cNvSpPr txBox="1">
            <a:spLocks noGrp="1"/>
          </p:cNvSpPr>
          <p:nvPr>
            <p:ph type="body" idx="21"/>
          </p:nvPr>
        </p:nvSpPr>
        <p:spPr>
          <a:xfrm>
            <a:off x="3309609" y="1164431"/>
            <a:ext cx="24021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​"/>
              <a:defRPr sz="900" cap="none">
                <a:solidFill>
                  <a:schemeClr val="accent2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95" name="Google Shape;695;p43"/>
          <p:cNvSpPr txBox="1">
            <a:spLocks noGrp="1"/>
          </p:cNvSpPr>
          <p:nvPr>
            <p:ph type="body" idx="22"/>
          </p:nvPr>
        </p:nvSpPr>
        <p:spPr>
          <a:xfrm>
            <a:off x="456129" y="2503886"/>
            <a:ext cx="24021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​"/>
              <a:defRPr sz="900" cap="none">
                <a:solidFill>
                  <a:schemeClr val="accent3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96" name="Google Shape;696;p43"/>
          <p:cNvSpPr txBox="1">
            <a:spLocks noGrp="1"/>
          </p:cNvSpPr>
          <p:nvPr>
            <p:ph type="body" idx="23"/>
          </p:nvPr>
        </p:nvSpPr>
        <p:spPr>
          <a:xfrm>
            <a:off x="3321518" y="2503886"/>
            <a:ext cx="24021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​"/>
              <a:defRPr sz="900" cap="none">
                <a:solidFill>
                  <a:schemeClr val="accent3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97" name="Google Shape;697;p43"/>
          <p:cNvSpPr txBox="1">
            <a:spLocks noGrp="1"/>
          </p:cNvSpPr>
          <p:nvPr>
            <p:ph type="body" idx="24"/>
          </p:nvPr>
        </p:nvSpPr>
        <p:spPr>
          <a:xfrm>
            <a:off x="456129" y="3767138"/>
            <a:ext cx="2400900" cy="1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​"/>
              <a:defRPr sz="900" cap="none">
                <a:solidFill>
                  <a:schemeClr val="accent4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698" name="Google Shape;698;p43"/>
          <p:cNvSpPr txBox="1">
            <a:spLocks noGrp="1"/>
          </p:cNvSpPr>
          <p:nvPr>
            <p:ph type="body" idx="25"/>
          </p:nvPr>
        </p:nvSpPr>
        <p:spPr>
          <a:xfrm>
            <a:off x="3321518" y="3767138"/>
            <a:ext cx="2400900" cy="1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​"/>
              <a:defRPr sz="900" cap="none">
                <a:solidFill>
                  <a:schemeClr val="accent4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cxnSp>
        <p:nvCxnSpPr>
          <p:cNvPr id="699" name="Google Shape;699;p43"/>
          <p:cNvCxnSpPr/>
          <p:nvPr/>
        </p:nvCxnSpPr>
        <p:spPr>
          <a:xfrm>
            <a:off x="457319" y="1164186"/>
            <a:ext cx="2604300" cy="0"/>
          </a:xfrm>
          <a:prstGeom prst="straightConnector1">
            <a:avLst/>
          </a:prstGeom>
          <a:noFill/>
          <a:ln w="1667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00" name="Google Shape;700;p43"/>
          <p:cNvCxnSpPr/>
          <p:nvPr/>
        </p:nvCxnSpPr>
        <p:spPr>
          <a:xfrm>
            <a:off x="3309986" y="1164186"/>
            <a:ext cx="2604300" cy="0"/>
          </a:xfrm>
          <a:prstGeom prst="straightConnector1">
            <a:avLst/>
          </a:prstGeom>
          <a:noFill/>
          <a:ln w="1667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01" name="Google Shape;701;p43"/>
          <p:cNvCxnSpPr/>
          <p:nvPr/>
        </p:nvCxnSpPr>
        <p:spPr>
          <a:xfrm>
            <a:off x="457319" y="2494029"/>
            <a:ext cx="2604300" cy="0"/>
          </a:xfrm>
          <a:prstGeom prst="straightConnector1">
            <a:avLst/>
          </a:prstGeom>
          <a:noFill/>
          <a:ln w="16675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02" name="Google Shape;702;p43"/>
          <p:cNvCxnSpPr/>
          <p:nvPr/>
        </p:nvCxnSpPr>
        <p:spPr>
          <a:xfrm>
            <a:off x="3309986" y="2494029"/>
            <a:ext cx="2604300" cy="0"/>
          </a:xfrm>
          <a:prstGeom prst="straightConnector1">
            <a:avLst/>
          </a:prstGeom>
          <a:noFill/>
          <a:ln w="16675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03" name="Google Shape;703;p43"/>
          <p:cNvCxnSpPr/>
          <p:nvPr/>
        </p:nvCxnSpPr>
        <p:spPr>
          <a:xfrm>
            <a:off x="456673" y="3766661"/>
            <a:ext cx="2604300" cy="0"/>
          </a:xfrm>
          <a:prstGeom prst="straightConnector1">
            <a:avLst/>
          </a:prstGeom>
          <a:noFill/>
          <a:ln w="16675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04" name="Google Shape;704;p43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5" name="Google Shape;705;p43"/>
          <p:cNvCxnSpPr/>
          <p:nvPr/>
        </p:nvCxnSpPr>
        <p:spPr>
          <a:xfrm>
            <a:off x="3309986" y="3766661"/>
            <a:ext cx="2604300" cy="0"/>
          </a:xfrm>
          <a:prstGeom prst="straightConnector1">
            <a:avLst/>
          </a:prstGeom>
          <a:noFill/>
          <a:ln w="16675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con ">
  <p:cSld name="Three Icon "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4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44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242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709" name="Google Shape;709;p44"/>
          <p:cNvSpPr/>
          <p:nvPr/>
        </p:nvSpPr>
        <p:spPr>
          <a:xfrm>
            <a:off x="1486795" y="1541572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4"/>
          <p:cNvSpPr txBox="1">
            <a:spLocks noGrp="1"/>
          </p:cNvSpPr>
          <p:nvPr>
            <p:ph type="body" idx="2"/>
          </p:nvPr>
        </p:nvSpPr>
        <p:spPr>
          <a:xfrm>
            <a:off x="1641505" y="1814738"/>
            <a:ext cx="10479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4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11" name="Google Shape;711;p44"/>
          <p:cNvSpPr txBox="1">
            <a:spLocks noGrp="1"/>
          </p:cNvSpPr>
          <p:nvPr>
            <p:ph type="body" idx="3"/>
          </p:nvPr>
        </p:nvSpPr>
        <p:spPr>
          <a:xfrm>
            <a:off x="1144727" y="3200955"/>
            <a:ext cx="20592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12" name="Google Shape;712;p44"/>
          <p:cNvSpPr/>
          <p:nvPr/>
        </p:nvSpPr>
        <p:spPr>
          <a:xfrm>
            <a:off x="3889706" y="1541572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4"/>
          <p:cNvSpPr txBox="1">
            <a:spLocks noGrp="1"/>
          </p:cNvSpPr>
          <p:nvPr>
            <p:ph type="body" idx="4"/>
          </p:nvPr>
        </p:nvSpPr>
        <p:spPr>
          <a:xfrm>
            <a:off x="4057516" y="1814738"/>
            <a:ext cx="10479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3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14" name="Google Shape;714;p44"/>
          <p:cNvSpPr txBox="1">
            <a:spLocks noGrp="1"/>
          </p:cNvSpPr>
          <p:nvPr>
            <p:ph type="body" idx="5"/>
          </p:nvPr>
        </p:nvSpPr>
        <p:spPr>
          <a:xfrm>
            <a:off x="3541841" y="3200955"/>
            <a:ext cx="20592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15" name="Google Shape;715;p44"/>
          <p:cNvSpPr/>
          <p:nvPr/>
        </p:nvSpPr>
        <p:spPr>
          <a:xfrm>
            <a:off x="6293615" y="1541572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4"/>
          <p:cNvSpPr txBox="1">
            <a:spLocks noGrp="1"/>
          </p:cNvSpPr>
          <p:nvPr>
            <p:ph type="body" idx="6"/>
          </p:nvPr>
        </p:nvSpPr>
        <p:spPr>
          <a:xfrm>
            <a:off x="5943958" y="3200955"/>
            <a:ext cx="20592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17" name="Google Shape;717;p44"/>
          <p:cNvSpPr txBox="1">
            <a:spLocks noGrp="1"/>
          </p:cNvSpPr>
          <p:nvPr>
            <p:ph type="body" idx="7"/>
          </p:nvPr>
        </p:nvSpPr>
        <p:spPr>
          <a:xfrm>
            <a:off x="6458441" y="1814738"/>
            <a:ext cx="10479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2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18" name="Google Shape;718;p44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4"/>
          <p:cNvSpPr/>
          <p:nvPr/>
        </p:nvSpPr>
        <p:spPr>
          <a:xfrm>
            <a:off x="1486795" y="1541572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44"/>
          <p:cNvSpPr/>
          <p:nvPr/>
        </p:nvSpPr>
        <p:spPr>
          <a:xfrm>
            <a:off x="3889706" y="1541572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4"/>
          <p:cNvSpPr/>
          <p:nvPr/>
        </p:nvSpPr>
        <p:spPr>
          <a:xfrm>
            <a:off x="6293615" y="1541572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4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Icon ">
  <p:cSld name="Four Icon "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5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p45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242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726" name="Google Shape;726;p45"/>
          <p:cNvSpPr/>
          <p:nvPr/>
        </p:nvSpPr>
        <p:spPr>
          <a:xfrm>
            <a:off x="799520" y="1545654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5"/>
          <p:cNvSpPr txBox="1">
            <a:spLocks noGrp="1"/>
          </p:cNvSpPr>
          <p:nvPr>
            <p:ph type="body" idx="2"/>
          </p:nvPr>
        </p:nvSpPr>
        <p:spPr>
          <a:xfrm>
            <a:off x="955526" y="1818820"/>
            <a:ext cx="10479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4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28" name="Google Shape;728;p45"/>
          <p:cNvSpPr txBox="1">
            <a:spLocks noGrp="1"/>
          </p:cNvSpPr>
          <p:nvPr>
            <p:ph type="body" idx="3"/>
          </p:nvPr>
        </p:nvSpPr>
        <p:spPr>
          <a:xfrm>
            <a:off x="632169" y="3202131"/>
            <a:ext cx="17148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29" name="Google Shape;729;p45"/>
          <p:cNvSpPr/>
          <p:nvPr/>
        </p:nvSpPr>
        <p:spPr>
          <a:xfrm>
            <a:off x="2855943" y="1545654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5"/>
          <p:cNvSpPr txBox="1">
            <a:spLocks noGrp="1"/>
          </p:cNvSpPr>
          <p:nvPr>
            <p:ph type="body" idx="4"/>
          </p:nvPr>
        </p:nvSpPr>
        <p:spPr>
          <a:xfrm>
            <a:off x="3001229" y="1818820"/>
            <a:ext cx="10479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3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31" name="Google Shape;731;p45"/>
          <p:cNvSpPr txBox="1">
            <a:spLocks noGrp="1"/>
          </p:cNvSpPr>
          <p:nvPr>
            <p:ph type="body" idx="5"/>
          </p:nvPr>
        </p:nvSpPr>
        <p:spPr>
          <a:xfrm>
            <a:off x="2685559" y="3202131"/>
            <a:ext cx="17148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32" name="Google Shape;732;p45"/>
          <p:cNvSpPr/>
          <p:nvPr/>
        </p:nvSpPr>
        <p:spPr>
          <a:xfrm>
            <a:off x="4922857" y="1545654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5"/>
          <p:cNvSpPr txBox="1">
            <a:spLocks noGrp="1"/>
          </p:cNvSpPr>
          <p:nvPr>
            <p:ph type="body" idx="6"/>
          </p:nvPr>
        </p:nvSpPr>
        <p:spPr>
          <a:xfrm>
            <a:off x="5080413" y="1818820"/>
            <a:ext cx="10479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2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34" name="Google Shape;734;p45"/>
          <p:cNvSpPr txBox="1">
            <a:spLocks noGrp="1"/>
          </p:cNvSpPr>
          <p:nvPr>
            <p:ph type="body" idx="7"/>
          </p:nvPr>
        </p:nvSpPr>
        <p:spPr>
          <a:xfrm>
            <a:off x="4743495" y="3202131"/>
            <a:ext cx="17148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35" name="Google Shape;735;p45"/>
          <p:cNvSpPr/>
          <p:nvPr/>
        </p:nvSpPr>
        <p:spPr>
          <a:xfrm>
            <a:off x="6978416" y="1545654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45"/>
          <p:cNvSpPr txBox="1">
            <a:spLocks noGrp="1"/>
          </p:cNvSpPr>
          <p:nvPr>
            <p:ph type="body" idx="8"/>
          </p:nvPr>
        </p:nvSpPr>
        <p:spPr>
          <a:xfrm>
            <a:off x="7155549" y="1818820"/>
            <a:ext cx="10479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5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37" name="Google Shape;737;p45"/>
          <p:cNvSpPr txBox="1">
            <a:spLocks noGrp="1"/>
          </p:cNvSpPr>
          <p:nvPr>
            <p:ph type="body" idx="9"/>
          </p:nvPr>
        </p:nvSpPr>
        <p:spPr>
          <a:xfrm>
            <a:off x="6801431" y="3202131"/>
            <a:ext cx="17148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​"/>
              <a:defRPr sz="1800">
                <a:solidFill>
                  <a:schemeClr val="accent5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38" name="Google Shape;738;p45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5"/>
          <p:cNvSpPr/>
          <p:nvPr/>
        </p:nvSpPr>
        <p:spPr>
          <a:xfrm>
            <a:off x="799520" y="1545654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5"/>
          <p:cNvSpPr/>
          <p:nvPr/>
        </p:nvSpPr>
        <p:spPr>
          <a:xfrm>
            <a:off x="2855943" y="1545654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5"/>
          <p:cNvSpPr/>
          <p:nvPr/>
        </p:nvSpPr>
        <p:spPr>
          <a:xfrm>
            <a:off x="4922857" y="1545654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5"/>
          <p:cNvSpPr/>
          <p:nvPr/>
        </p:nvSpPr>
        <p:spPr>
          <a:xfrm>
            <a:off x="6978416" y="1545654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5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Icon ">
  <p:cSld name="Five Icon 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6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46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242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747" name="Google Shape;747;p46"/>
          <p:cNvSpPr/>
          <p:nvPr/>
        </p:nvSpPr>
        <p:spPr>
          <a:xfrm>
            <a:off x="457469" y="1548497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46"/>
          <p:cNvSpPr txBox="1">
            <a:spLocks noGrp="1"/>
          </p:cNvSpPr>
          <p:nvPr>
            <p:ph type="body" idx="2"/>
          </p:nvPr>
        </p:nvSpPr>
        <p:spPr>
          <a:xfrm>
            <a:off x="615572" y="1821663"/>
            <a:ext cx="10479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4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49" name="Google Shape;749;p46"/>
          <p:cNvSpPr txBox="1">
            <a:spLocks noGrp="1"/>
          </p:cNvSpPr>
          <p:nvPr>
            <p:ph type="body" idx="3"/>
          </p:nvPr>
        </p:nvSpPr>
        <p:spPr>
          <a:xfrm>
            <a:off x="458257" y="3212155"/>
            <a:ext cx="13719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​"/>
              <a:defRPr sz="1500">
                <a:solidFill>
                  <a:schemeClr val="accent4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50" name="Google Shape;750;p46"/>
          <p:cNvSpPr/>
          <p:nvPr/>
        </p:nvSpPr>
        <p:spPr>
          <a:xfrm>
            <a:off x="2169904" y="1548497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6"/>
          <p:cNvSpPr txBox="1">
            <a:spLocks noGrp="1"/>
          </p:cNvSpPr>
          <p:nvPr>
            <p:ph type="body" idx="4"/>
          </p:nvPr>
        </p:nvSpPr>
        <p:spPr>
          <a:xfrm>
            <a:off x="2333462" y="1821663"/>
            <a:ext cx="10479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3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52" name="Google Shape;752;p46"/>
          <p:cNvSpPr txBox="1">
            <a:spLocks noGrp="1"/>
          </p:cNvSpPr>
          <p:nvPr>
            <p:ph type="body" idx="5"/>
          </p:nvPr>
        </p:nvSpPr>
        <p:spPr>
          <a:xfrm>
            <a:off x="2171075" y="3212155"/>
            <a:ext cx="13719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​"/>
              <a:defRPr sz="1500">
                <a:solidFill>
                  <a:schemeClr val="accent3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53" name="Google Shape;753;p46"/>
          <p:cNvSpPr/>
          <p:nvPr/>
        </p:nvSpPr>
        <p:spPr>
          <a:xfrm>
            <a:off x="3902051" y="1548497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46"/>
          <p:cNvSpPr txBox="1">
            <a:spLocks noGrp="1"/>
          </p:cNvSpPr>
          <p:nvPr>
            <p:ph type="body" idx="6"/>
          </p:nvPr>
        </p:nvSpPr>
        <p:spPr>
          <a:xfrm>
            <a:off x="4060551" y="1821663"/>
            <a:ext cx="10479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2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55" name="Google Shape;755;p46"/>
          <p:cNvSpPr txBox="1">
            <a:spLocks noGrp="1"/>
          </p:cNvSpPr>
          <p:nvPr>
            <p:ph type="body" idx="7"/>
          </p:nvPr>
        </p:nvSpPr>
        <p:spPr>
          <a:xfrm>
            <a:off x="3889833" y="3212155"/>
            <a:ext cx="13719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​"/>
              <a:defRPr sz="1500">
                <a:solidFill>
                  <a:schemeClr val="accent2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56" name="Google Shape;756;p46"/>
          <p:cNvSpPr/>
          <p:nvPr/>
        </p:nvSpPr>
        <p:spPr>
          <a:xfrm>
            <a:off x="5600149" y="1548497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6"/>
          <p:cNvSpPr txBox="1">
            <a:spLocks noGrp="1"/>
          </p:cNvSpPr>
          <p:nvPr>
            <p:ph type="body" idx="8"/>
          </p:nvPr>
        </p:nvSpPr>
        <p:spPr>
          <a:xfrm>
            <a:off x="5759310" y="1821663"/>
            <a:ext cx="10479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5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58" name="Google Shape;758;p46"/>
          <p:cNvSpPr txBox="1">
            <a:spLocks noGrp="1"/>
          </p:cNvSpPr>
          <p:nvPr>
            <p:ph type="body" idx="9"/>
          </p:nvPr>
        </p:nvSpPr>
        <p:spPr>
          <a:xfrm>
            <a:off x="5603960" y="3212155"/>
            <a:ext cx="14211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​"/>
              <a:defRPr sz="1500">
                <a:solidFill>
                  <a:schemeClr val="accent5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59" name="Google Shape;759;p46"/>
          <p:cNvSpPr/>
          <p:nvPr/>
        </p:nvSpPr>
        <p:spPr>
          <a:xfrm>
            <a:off x="7310258" y="1548497"/>
            <a:ext cx="1372200" cy="1371900"/>
          </a:xfrm>
          <a:prstGeom prst="ellipse">
            <a:avLst/>
          </a:prstGeom>
          <a:noFill/>
          <a:ln w="28575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46"/>
          <p:cNvSpPr txBox="1">
            <a:spLocks noGrp="1"/>
          </p:cNvSpPr>
          <p:nvPr>
            <p:ph type="body" idx="13"/>
          </p:nvPr>
        </p:nvSpPr>
        <p:spPr>
          <a:xfrm>
            <a:off x="7487409" y="1821663"/>
            <a:ext cx="10479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rgbClr val="3B3B3B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Open Sans"/>
              <a:buChar char="​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61" name="Google Shape;761;p46"/>
          <p:cNvSpPr txBox="1">
            <a:spLocks noGrp="1"/>
          </p:cNvSpPr>
          <p:nvPr>
            <p:ph type="body" idx="14"/>
          </p:nvPr>
        </p:nvSpPr>
        <p:spPr>
          <a:xfrm>
            <a:off x="7315915" y="3212155"/>
            <a:ext cx="13719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​"/>
              <a:defRPr sz="1500">
                <a:solidFill>
                  <a:srgbClr val="3B3B3B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62" name="Google Shape;762;p46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46"/>
          <p:cNvSpPr/>
          <p:nvPr/>
        </p:nvSpPr>
        <p:spPr>
          <a:xfrm>
            <a:off x="457469" y="1548497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46"/>
          <p:cNvSpPr/>
          <p:nvPr/>
        </p:nvSpPr>
        <p:spPr>
          <a:xfrm>
            <a:off x="2169904" y="1548497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46"/>
          <p:cNvSpPr/>
          <p:nvPr/>
        </p:nvSpPr>
        <p:spPr>
          <a:xfrm>
            <a:off x="3902051" y="1548497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46"/>
          <p:cNvSpPr/>
          <p:nvPr/>
        </p:nvSpPr>
        <p:spPr>
          <a:xfrm>
            <a:off x="5600149" y="1548497"/>
            <a:ext cx="1372200" cy="1371900"/>
          </a:xfrm>
          <a:prstGeom prst="ellipse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46"/>
          <p:cNvSpPr/>
          <p:nvPr/>
        </p:nvSpPr>
        <p:spPr>
          <a:xfrm>
            <a:off x="7310258" y="1548497"/>
            <a:ext cx="1372200" cy="1371900"/>
          </a:xfrm>
          <a:prstGeom prst="ellipse">
            <a:avLst/>
          </a:prstGeom>
          <a:noFill/>
          <a:ln w="28575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46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Numbered ">
  <p:cSld name="Five Numbered 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7"/>
          <p:cNvSpPr/>
          <p:nvPr/>
        </p:nvSpPr>
        <p:spPr>
          <a:xfrm>
            <a:off x="2171075" y="1896806"/>
            <a:ext cx="1371900" cy="21534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7"/>
          <p:cNvSpPr/>
          <p:nvPr/>
        </p:nvSpPr>
        <p:spPr>
          <a:xfrm>
            <a:off x="3889833" y="1896806"/>
            <a:ext cx="1371900" cy="21534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7"/>
          <p:cNvSpPr/>
          <p:nvPr/>
        </p:nvSpPr>
        <p:spPr>
          <a:xfrm>
            <a:off x="5603960" y="1896806"/>
            <a:ext cx="1371900" cy="21534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7"/>
          <p:cNvSpPr/>
          <p:nvPr/>
        </p:nvSpPr>
        <p:spPr>
          <a:xfrm>
            <a:off x="7315915" y="1896806"/>
            <a:ext cx="1371900" cy="21534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7"/>
          <p:cNvSpPr/>
          <p:nvPr/>
        </p:nvSpPr>
        <p:spPr>
          <a:xfrm>
            <a:off x="458258" y="1896806"/>
            <a:ext cx="1371900" cy="21534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7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47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242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cxnSp>
        <p:nvCxnSpPr>
          <p:cNvPr id="777" name="Google Shape;777;p47"/>
          <p:cNvCxnSpPr/>
          <p:nvPr/>
        </p:nvCxnSpPr>
        <p:spPr>
          <a:xfrm>
            <a:off x="458257" y="1884348"/>
            <a:ext cx="13719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78" name="Google Shape;778;p47"/>
          <p:cNvSpPr txBox="1">
            <a:spLocks noGrp="1"/>
          </p:cNvSpPr>
          <p:nvPr>
            <p:ph type="body" idx="2"/>
          </p:nvPr>
        </p:nvSpPr>
        <p:spPr>
          <a:xfrm>
            <a:off x="458258" y="1896806"/>
            <a:ext cx="1371900" cy="21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75" tIns="411550" rIns="137175" bIns="1371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accent4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cxnSp>
        <p:nvCxnSpPr>
          <p:cNvPr id="779" name="Google Shape;779;p47"/>
          <p:cNvCxnSpPr/>
          <p:nvPr/>
        </p:nvCxnSpPr>
        <p:spPr>
          <a:xfrm>
            <a:off x="2171075" y="1884348"/>
            <a:ext cx="13719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80" name="Google Shape;780;p47"/>
          <p:cNvSpPr txBox="1">
            <a:spLocks noGrp="1"/>
          </p:cNvSpPr>
          <p:nvPr>
            <p:ph type="body" idx="3"/>
          </p:nvPr>
        </p:nvSpPr>
        <p:spPr>
          <a:xfrm>
            <a:off x="2171075" y="1896806"/>
            <a:ext cx="1371900" cy="21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75" tIns="411550" rIns="137175" bIns="137175" anchor="t" anchorCtr="0">
            <a:noAutofit/>
          </a:bodyPr>
          <a:lstStyle>
            <a:lvl1pPr marL="457200" lvl="0" indent="-3175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​"/>
              <a:defRPr sz="1500">
                <a:solidFill>
                  <a:schemeClr val="accent3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cxnSp>
        <p:nvCxnSpPr>
          <p:cNvPr id="781" name="Google Shape;781;p47"/>
          <p:cNvCxnSpPr/>
          <p:nvPr/>
        </p:nvCxnSpPr>
        <p:spPr>
          <a:xfrm>
            <a:off x="3889833" y="1884348"/>
            <a:ext cx="13719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82" name="Google Shape;782;p47"/>
          <p:cNvSpPr txBox="1">
            <a:spLocks noGrp="1"/>
          </p:cNvSpPr>
          <p:nvPr>
            <p:ph type="body" idx="4"/>
          </p:nvPr>
        </p:nvSpPr>
        <p:spPr>
          <a:xfrm>
            <a:off x="3889833" y="1896806"/>
            <a:ext cx="1371900" cy="21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75" tIns="411550" rIns="137175" bIns="1371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accent2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cxnSp>
        <p:nvCxnSpPr>
          <p:cNvPr id="783" name="Google Shape;783;p47"/>
          <p:cNvCxnSpPr/>
          <p:nvPr/>
        </p:nvCxnSpPr>
        <p:spPr>
          <a:xfrm>
            <a:off x="5603960" y="1884348"/>
            <a:ext cx="13719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84" name="Google Shape;784;p47"/>
          <p:cNvSpPr txBox="1">
            <a:spLocks noGrp="1"/>
          </p:cNvSpPr>
          <p:nvPr>
            <p:ph type="body" idx="5"/>
          </p:nvPr>
        </p:nvSpPr>
        <p:spPr>
          <a:xfrm>
            <a:off x="5603960" y="1896806"/>
            <a:ext cx="1371900" cy="21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75" tIns="411550" rIns="137175" bIns="1371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accent5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cxnSp>
        <p:nvCxnSpPr>
          <p:cNvPr id="785" name="Google Shape;785;p47"/>
          <p:cNvCxnSpPr/>
          <p:nvPr/>
        </p:nvCxnSpPr>
        <p:spPr>
          <a:xfrm>
            <a:off x="7315915" y="1884348"/>
            <a:ext cx="1371900" cy="0"/>
          </a:xfrm>
          <a:prstGeom prst="straightConnector1">
            <a:avLst/>
          </a:prstGeom>
          <a:noFill/>
          <a:ln w="19050" cap="flat" cmpd="sng">
            <a:solidFill>
              <a:srgbClr val="53565A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86" name="Google Shape;786;p47"/>
          <p:cNvSpPr txBox="1">
            <a:spLocks noGrp="1"/>
          </p:cNvSpPr>
          <p:nvPr>
            <p:ph type="body" idx="6"/>
          </p:nvPr>
        </p:nvSpPr>
        <p:spPr>
          <a:xfrm>
            <a:off x="7315915" y="1896806"/>
            <a:ext cx="1371900" cy="21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75" tIns="411550" rIns="137175" bIns="1371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3B3B3B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787" name="Google Shape;787;p47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47"/>
          <p:cNvSpPr/>
          <p:nvPr/>
        </p:nvSpPr>
        <p:spPr>
          <a:xfrm>
            <a:off x="848476" y="1588666"/>
            <a:ext cx="591600" cy="5913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789" name="Google Shape;789;p47"/>
          <p:cNvSpPr/>
          <p:nvPr/>
        </p:nvSpPr>
        <p:spPr>
          <a:xfrm>
            <a:off x="2561295" y="1588666"/>
            <a:ext cx="591600" cy="5913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790" name="Google Shape;790;p47"/>
          <p:cNvSpPr/>
          <p:nvPr/>
        </p:nvSpPr>
        <p:spPr>
          <a:xfrm>
            <a:off x="4280052" y="1588666"/>
            <a:ext cx="591600" cy="5913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791" name="Google Shape;791;p47"/>
          <p:cNvSpPr/>
          <p:nvPr/>
        </p:nvSpPr>
        <p:spPr>
          <a:xfrm>
            <a:off x="5994179" y="1588666"/>
            <a:ext cx="591600" cy="5913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792" name="Google Shape;792;p47"/>
          <p:cNvSpPr/>
          <p:nvPr/>
        </p:nvSpPr>
        <p:spPr>
          <a:xfrm>
            <a:off x="7706134" y="1588666"/>
            <a:ext cx="591600" cy="5913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  <p:sp>
        <p:nvSpPr>
          <p:cNvPr id="793" name="Google Shape;793;p47"/>
          <p:cNvSpPr/>
          <p:nvPr/>
        </p:nvSpPr>
        <p:spPr>
          <a:xfrm>
            <a:off x="2171075" y="1896806"/>
            <a:ext cx="1371900" cy="21534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47"/>
          <p:cNvSpPr/>
          <p:nvPr/>
        </p:nvSpPr>
        <p:spPr>
          <a:xfrm>
            <a:off x="3889833" y="1896806"/>
            <a:ext cx="1371900" cy="21534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47"/>
          <p:cNvSpPr/>
          <p:nvPr/>
        </p:nvSpPr>
        <p:spPr>
          <a:xfrm>
            <a:off x="5603960" y="1896806"/>
            <a:ext cx="1371900" cy="21534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47"/>
          <p:cNvSpPr/>
          <p:nvPr/>
        </p:nvSpPr>
        <p:spPr>
          <a:xfrm>
            <a:off x="7315915" y="1896806"/>
            <a:ext cx="1371900" cy="21534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7"/>
          <p:cNvSpPr/>
          <p:nvPr/>
        </p:nvSpPr>
        <p:spPr>
          <a:xfrm>
            <a:off x="458258" y="1896806"/>
            <a:ext cx="1371900" cy="21534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8" name="Google Shape;798;p47"/>
          <p:cNvCxnSpPr/>
          <p:nvPr/>
        </p:nvCxnSpPr>
        <p:spPr>
          <a:xfrm>
            <a:off x="458257" y="1884348"/>
            <a:ext cx="13719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99" name="Google Shape;799;p47"/>
          <p:cNvCxnSpPr/>
          <p:nvPr/>
        </p:nvCxnSpPr>
        <p:spPr>
          <a:xfrm>
            <a:off x="2171075" y="1884348"/>
            <a:ext cx="13719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00" name="Google Shape;800;p47"/>
          <p:cNvCxnSpPr/>
          <p:nvPr/>
        </p:nvCxnSpPr>
        <p:spPr>
          <a:xfrm>
            <a:off x="3889833" y="1884348"/>
            <a:ext cx="13719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01" name="Google Shape;801;p47"/>
          <p:cNvCxnSpPr/>
          <p:nvPr/>
        </p:nvCxnSpPr>
        <p:spPr>
          <a:xfrm>
            <a:off x="5603960" y="1884348"/>
            <a:ext cx="13719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02" name="Google Shape;802;p47"/>
          <p:cNvCxnSpPr/>
          <p:nvPr/>
        </p:nvCxnSpPr>
        <p:spPr>
          <a:xfrm>
            <a:off x="7315915" y="1884348"/>
            <a:ext cx="1371900" cy="0"/>
          </a:xfrm>
          <a:prstGeom prst="straightConnector1">
            <a:avLst/>
          </a:prstGeom>
          <a:noFill/>
          <a:ln w="19050" cap="flat" cmpd="sng">
            <a:solidFill>
              <a:srgbClr val="53565A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03" name="Google Shape;803;p47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47"/>
          <p:cNvSpPr/>
          <p:nvPr/>
        </p:nvSpPr>
        <p:spPr>
          <a:xfrm>
            <a:off x="848476" y="1588666"/>
            <a:ext cx="591600" cy="5913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805" name="Google Shape;805;p47"/>
          <p:cNvSpPr/>
          <p:nvPr/>
        </p:nvSpPr>
        <p:spPr>
          <a:xfrm>
            <a:off x="2561295" y="1588666"/>
            <a:ext cx="591600" cy="5913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806" name="Google Shape;806;p47"/>
          <p:cNvSpPr/>
          <p:nvPr/>
        </p:nvSpPr>
        <p:spPr>
          <a:xfrm>
            <a:off x="4280052" y="1588666"/>
            <a:ext cx="591600" cy="5913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807" name="Google Shape;807;p47"/>
          <p:cNvSpPr/>
          <p:nvPr/>
        </p:nvSpPr>
        <p:spPr>
          <a:xfrm>
            <a:off x="5994179" y="1588666"/>
            <a:ext cx="591600" cy="5913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808" name="Google Shape;808;p47"/>
          <p:cNvSpPr/>
          <p:nvPr/>
        </p:nvSpPr>
        <p:spPr>
          <a:xfrm>
            <a:off x="7706134" y="1588666"/>
            <a:ext cx="591600" cy="5913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8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1" name="Google Shape;811;p48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242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812" name="Google Shape;812;p48" descr="Row 1 label"/>
          <p:cNvSpPr txBox="1">
            <a:spLocks noGrp="1"/>
          </p:cNvSpPr>
          <p:nvPr>
            <p:ph type="body" idx="2"/>
          </p:nvPr>
        </p:nvSpPr>
        <p:spPr>
          <a:xfrm>
            <a:off x="203651" y="1160092"/>
            <a:ext cx="431100" cy="32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6857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8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Font typeface="Open Sans"/>
              <a:buChar char="​"/>
              <a:defRPr sz="1100"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13" name="Google Shape;813;p48" descr="Row 1 text box is a long horizontal box the width of the slide acting as a header. "/>
          <p:cNvSpPr txBox="1">
            <a:spLocks noGrp="1"/>
          </p:cNvSpPr>
          <p:nvPr>
            <p:ph type="body" idx="3"/>
          </p:nvPr>
        </p:nvSpPr>
        <p:spPr>
          <a:xfrm>
            <a:off x="775732" y="1171276"/>
            <a:ext cx="7975500" cy="322200"/>
          </a:xfrm>
          <a:prstGeom prst="rect">
            <a:avLst/>
          </a:prstGeom>
          <a:solidFill>
            <a:srgbClr val="F4F8FA"/>
          </a:solidFill>
          <a:ln w="9525" cap="flat" cmpd="sng">
            <a:solidFill>
              <a:schemeClr val="accent3">
                <a:alpha val="2509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6857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Font typeface="Open Sans"/>
              <a:buChar char="​"/>
              <a:defRPr sz="1100"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14" name="Google Shape;814;p48" descr="Row 2 label; this row shows 4 content boxes labeled A through D, each is a different color and holds text."/>
          <p:cNvSpPr txBox="1">
            <a:spLocks noGrp="1"/>
          </p:cNvSpPr>
          <p:nvPr>
            <p:ph type="body" idx="4"/>
          </p:nvPr>
        </p:nvSpPr>
        <p:spPr>
          <a:xfrm>
            <a:off x="214368" y="2478581"/>
            <a:ext cx="420300" cy="49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6857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8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Font typeface="Open Sans"/>
              <a:buChar char="​"/>
              <a:defRPr sz="1100"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cxnSp>
        <p:nvCxnSpPr>
          <p:cNvPr id="815" name="Google Shape;815;p48"/>
          <p:cNvCxnSpPr/>
          <p:nvPr/>
        </p:nvCxnSpPr>
        <p:spPr>
          <a:xfrm>
            <a:off x="820021" y="2010104"/>
            <a:ext cx="18450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16" name="Google Shape;816;p48" descr="Row 2, box 1: text in plum"/>
          <p:cNvSpPr txBox="1">
            <a:spLocks noGrp="1"/>
          </p:cNvSpPr>
          <p:nvPr>
            <p:ph type="body" idx="5"/>
          </p:nvPr>
        </p:nvSpPr>
        <p:spPr>
          <a:xfrm>
            <a:off x="827021" y="2024875"/>
            <a:ext cx="1845000" cy="14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accent4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Font typeface="Open Sans"/>
              <a:buChar char="​"/>
              <a:defRPr sz="11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cxnSp>
        <p:nvCxnSpPr>
          <p:cNvPr id="817" name="Google Shape;817;p48"/>
          <p:cNvCxnSpPr/>
          <p:nvPr/>
        </p:nvCxnSpPr>
        <p:spPr>
          <a:xfrm>
            <a:off x="2854562" y="2010104"/>
            <a:ext cx="1845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18" name="Google Shape;818;p48" descr="Row 2, box 3: text in indigo"/>
          <p:cNvSpPr txBox="1">
            <a:spLocks noGrp="1"/>
          </p:cNvSpPr>
          <p:nvPr>
            <p:ph type="body" idx="6"/>
          </p:nvPr>
        </p:nvSpPr>
        <p:spPr>
          <a:xfrm>
            <a:off x="2862806" y="2024875"/>
            <a:ext cx="1845000" cy="14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5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​"/>
              <a:defRPr sz="1400">
                <a:solidFill>
                  <a:schemeClr val="accent3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Font typeface="Open Sans"/>
              <a:buChar char="​"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cxnSp>
        <p:nvCxnSpPr>
          <p:cNvPr id="819" name="Google Shape;819;p48"/>
          <p:cNvCxnSpPr/>
          <p:nvPr/>
        </p:nvCxnSpPr>
        <p:spPr>
          <a:xfrm>
            <a:off x="4889104" y="2010104"/>
            <a:ext cx="18450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20" name="Google Shape;820;p48" descr="Row 2, box 2: text in ocean"/>
          <p:cNvSpPr txBox="1">
            <a:spLocks noGrp="1"/>
          </p:cNvSpPr>
          <p:nvPr>
            <p:ph type="body" idx="7"/>
          </p:nvPr>
        </p:nvSpPr>
        <p:spPr>
          <a:xfrm>
            <a:off x="4898592" y="2024875"/>
            <a:ext cx="1845000" cy="14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accent2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Font typeface="Open Sans"/>
              <a:buChar char="​"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cxnSp>
        <p:nvCxnSpPr>
          <p:cNvPr id="821" name="Google Shape;821;p48"/>
          <p:cNvCxnSpPr/>
          <p:nvPr/>
        </p:nvCxnSpPr>
        <p:spPr>
          <a:xfrm>
            <a:off x="6923645" y="2010104"/>
            <a:ext cx="18450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22" name="Google Shape;822;p48" descr="Row 2, box 4: text in dark green"/>
          <p:cNvSpPr txBox="1">
            <a:spLocks noGrp="1"/>
          </p:cNvSpPr>
          <p:nvPr>
            <p:ph type="body" idx="8"/>
          </p:nvPr>
        </p:nvSpPr>
        <p:spPr>
          <a:xfrm>
            <a:off x="6934377" y="2024875"/>
            <a:ext cx="1845000" cy="14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accent5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Font typeface="Open Sans"/>
              <a:buChar char="​"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23" name="Google Shape;823;p48" descr="Row 3 label: this row shows six, small content boxes in a horiztonal row"/>
          <p:cNvSpPr txBox="1">
            <a:spLocks noGrp="1"/>
          </p:cNvSpPr>
          <p:nvPr>
            <p:ph type="body" idx="9"/>
          </p:nvPr>
        </p:nvSpPr>
        <p:spPr>
          <a:xfrm>
            <a:off x="225087" y="3799141"/>
            <a:ext cx="409500" cy="49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6857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8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Font typeface="Open Sans"/>
              <a:buChar char="​"/>
              <a:defRPr sz="1100"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24" name="Google Shape;824;p48" descr="Row 3, text box 1"/>
          <p:cNvSpPr txBox="1">
            <a:spLocks noGrp="1"/>
          </p:cNvSpPr>
          <p:nvPr>
            <p:ph type="body" idx="13"/>
          </p:nvPr>
        </p:nvSpPr>
        <p:spPr>
          <a:xfrm>
            <a:off x="836506" y="3717421"/>
            <a:ext cx="1285500" cy="686400"/>
          </a:xfrm>
          <a:prstGeom prst="rect">
            <a:avLst/>
          </a:prstGeom>
          <a:solidFill>
            <a:srgbClr val="F4F8FA"/>
          </a:solidFill>
          <a:ln w="9525" cap="flat" cmpd="sng">
            <a:solidFill>
              <a:schemeClr val="accent3">
                <a:alpha val="2509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37175" rIns="0" bIns="0" anchor="t" anchorCtr="0">
            <a:noAutofit/>
          </a:bodyPr>
          <a:lstStyle>
            <a:lvl1pPr marL="457200" lvl="0" indent="-279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Char char="​"/>
              <a:defRPr sz="900">
                <a:solidFill>
                  <a:schemeClr val="dk1"/>
                </a:solidFill>
              </a:defRPr>
            </a:lvl1pPr>
            <a:lvl2pPr marL="914400" lvl="1" indent="-2730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Font typeface="Open Sans"/>
              <a:buChar char="​"/>
              <a:defRPr sz="8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25" name="Google Shape;825;p48" descr="Row 3, text box 2"/>
          <p:cNvSpPr txBox="1">
            <a:spLocks noGrp="1"/>
          </p:cNvSpPr>
          <p:nvPr>
            <p:ph type="body" idx="14"/>
          </p:nvPr>
        </p:nvSpPr>
        <p:spPr>
          <a:xfrm>
            <a:off x="2165298" y="3717421"/>
            <a:ext cx="1285500" cy="686400"/>
          </a:xfrm>
          <a:prstGeom prst="rect">
            <a:avLst/>
          </a:prstGeom>
          <a:solidFill>
            <a:srgbClr val="F4F8FA"/>
          </a:solidFill>
          <a:ln w="9525" cap="flat" cmpd="sng">
            <a:solidFill>
              <a:schemeClr val="accent3">
                <a:alpha val="2509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37175" rIns="0" bIns="0" anchor="t" anchorCtr="0">
            <a:noAutofit/>
          </a:bodyPr>
          <a:lstStyle>
            <a:lvl1pPr marL="457200" lvl="0" indent="-279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Char char="​"/>
              <a:defRPr sz="900">
                <a:solidFill>
                  <a:schemeClr val="dk1"/>
                </a:solidFill>
              </a:defRPr>
            </a:lvl1pPr>
            <a:lvl2pPr marL="914400" lvl="1" indent="-2730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Font typeface="Open Sans"/>
              <a:buChar char="​"/>
              <a:defRPr sz="8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26" name="Google Shape;826;p48" descr="Row 3, text box 3"/>
          <p:cNvSpPr txBox="1">
            <a:spLocks noGrp="1"/>
          </p:cNvSpPr>
          <p:nvPr>
            <p:ph type="body" idx="15"/>
          </p:nvPr>
        </p:nvSpPr>
        <p:spPr>
          <a:xfrm>
            <a:off x="3494090" y="3717421"/>
            <a:ext cx="1285500" cy="686400"/>
          </a:xfrm>
          <a:prstGeom prst="rect">
            <a:avLst/>
          </a:prstGeom>
          <a:solidFill>
            <a:srgbClr val="F4F8FA"/>
          </a:solidFill>
          <a:ln w="9525" cap="flat" cmpd="sng">
            <a:solidFill>
              <a:schemeClr val="accent3">
                <a:alpha val="2509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37175" rIns="0" bIns="0" anchor="t" anchorCtr="0">
            <a:noAutofit/>
          </a:bodyPr>
          <a:lstStyle>
            <a:lvl1pPr marL="457200" lvl="0" indent="-279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Char char="​"/>
              <a:defRPr sz="900">
                <a:solidFill>
                  <a:schemeClr val="dk1"/>
                </a:solidFill>
              </a:defRPr>
            </a:lvl1pPr>
            <a:lvl2pPr marL="914400" lvl="1" indent="-2730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Font typeface="Open Sans"/>
              <a:buChar char="​"/>
              <a:defRPr sz="8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27" name="Google Shape;827;p48" descr="Row 3, text box 4"/>
          <p:cNvSpPr txBox="1">
            <a:spLocks noGrp="1"/>
          </p:cNvSpPr>
          <p:nvPr>
            <p:ph type="body" idx="16"/>
          </p:nvPr>
        </p:nvSpPr>
        <p:spPr>
          <a:xfrm>
            <a:off x="4822881" y="3717421"/>
            <a:ext cx="1285500" cy="686400"/>
          </a:xfrm>
          <a:prstGeom prst="rect">
            <a:avLst/>
          </a:prstGeom>
          <a:solidFill>
            <a:srgbClr val="F4F8FA"/>
          </a:solidFill>
          <a:ln w="9525" cap="flat" cmpd="sng">
            <a:solidFill>
              <a:schemeClr val="accent3">
                <a:alpha val="2509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37175" rIns="0" bIns="0" anchor="t" anchorCtr="0">
            <a:noAutofit/>
          </a:bodyPr>
          <a:lstStyle>
            <a:lvl1pPr marL="457200" lvl="0" indent="-279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Char char="​"/>
              <a:defRPr sz="900">
                <a:solidFill>
                  <a:schemeClr val="dk1"/>
                </a:solidFill>
              </a:defRPr>
            </a:lvl1pPr>
            <a:lvl2pPr marL="914400" lvl="1" indent="-2730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Font typeface="Open Sans"/>
              <a:buChar char="​"/>
              <a:defRPr sz="8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28" name="Google Shape;828;p48" descr="Row 3, text box 5"/>
          <p:cNvSpPr txBox="1">
            <a:spLocks noGrp="1"/>
          </p:cNvSpPr>
          <p:nvPr>
            <p:ph type="body" idx="17"/>
          </p:nvPr>
        </p:nvSpPr>
        <p:spPr>
          <a:xfrm>
            <a:off x="6151673" y="3717421"/>
            <a:ext cx="1285500" cy="686400"/>
          </a:xfrm>
          <a:prstGeom prst="rect">
            <a:avLst/>
          </a:prstGeom>
          <a:solidFill>
            <a:srgbClr val="F4F8FA"/>
          </a:solidFill>
          <a:ln w="9525" cap="flat" cmpd="sng">
            <a:solidFill>
              <a:schemeClr val="accent3">
                <a:alpha val="2509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37175" rIns="0" bIns="0" anchor="t" anchorCtr="0">
            <a:noAutofit/>
          </a:bodyPr>
          <a:lstStyle>
            <a:lvl1pPr marL="457200" lvl="0" indent="-279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Char char="​"/>
              <a:defRPr sz="900">
                <a:solidFill>
                  <a:schemeClr val="dk1"/>
                </a:solidFill>
              </a:defRPr>
            </a:lvl1pPr>
            <a:lvl2pPr marL="914400" lvl="1" indent="-2730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Font typeface="Open Sans"/>
              <a:buChar char="​"/>
              <a:defRPr sz="8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29" name="Google Shape;829;p48" descr="Row 3, text box 6"/>
          <p:cNvSpPr txBox="1">
            <a:spLocks noGrp="1"/>
          </p:cNvSpPr>
          <p:nvPr>
            <p:ph type="body" idx="18"/>
          </p:nvPr>
        </p:nvSpPr>
        <p:spPr>
          <a:xfrm>
            <a:off x="7480464" y="3717421"/>
            <a:ext cx="1285500" cy="686400"/>
          </a:xfrm>
          <a:prstGeom prst="rect">
            <a:avLst/>
          </a:prstGeom>
          <a:solidFill>
            <a:srgbClr val="F4F8FA"/>
          </a:solidFill>
          <a:ln w="9525" cap="flat" cmpd="sng">
            <a:solidFill>
              <a:schemeClr val="accent3">
                <a:alpha val="2509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37175" rIns="0" bIns="0" anchor="t" anchorCtr="0">
            <a:noAutofit/>
          </a:bodyPr>
          <a:lstStyle>
            <a:lvl1pPr marL="457200" lvl="0" indent="-279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Char char="​"/>
              <a:defRPr sz="900">
                <a:solidFill>
                  <a:schemeClr val="dk1"/>
                </a:solidFill>
              </a:defRPr>
            </a:lvl1pPr>
            <a:lvl2pPr marL="914400" lvl="1" indent="-27305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Font typeface="Open Sans"/>
              <a:buChar char="​"/>
              <a:defRPr sz="8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30" name="Google Shape;830;p48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1" name="Google Shape;831;p48"/>
          <p:cNvCxnSpPr/>
          <p:nvPr/>
        </p:nvCxnSpPr>
        <p:spPr>
          <a:xfrm>
            <a:off x="820021" y="2010104"/>
            <a:ext cx="18450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32" name="Google Shape;832;p48"/>
          <p:cNvCxnSpPr/>
          <p:nvPr/>
        </p:nvCxnSpPr>
        <p:spPr>
          <a:xfrm>
            <a:off x="2854562" y="2010104"/>
            <a:ext cx="1845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33" name="Google Shape;833;p48"/>
          <p:cNvCxnSpPr/>
          <p:nvPr/>
        </p:nvCxnSpPr>
        <p:spPr>
          <a:xfrm>
            <a:off x="4889104" y="2010104"/>
            <a:ext cx="18450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34" name="Google Shape;834;p48"/>
          <p:cNvCxnSpPr/>
          <p:nvPr/>
        </p:nvCxnSpPr>
        <p:spPr>
          <a:xfrm>
            <a:off x="6923645" y="2010104"/>
            <a:ext cx="18450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35" name="Google Shape;835;p48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Leaf">
  <p:cSld name="Big Statement - Leaf"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7" name="Google Shape;837;p49"/>
          <p:cNvGrpSpPr/>
          <p:nvPr/>
        </p:nvGrpSpPr>
        <p:grpSpPr>
          <a:xfrm>
            <a:off x="3834825" y="1056478"/>
            <a:ext cx="5309231" cy="3415310"/>
            <a:chOff x="5111737" y="1408637"/>
            <a:chExt cx="7077088" cy="4553747"/>
          </a:xfrm>
        </p:grpSpPr>
        <p:sp>
          <p:nvSpPr>
            <p:cNvPr id="838" name="Google Shape;838;p49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49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0" name="Google Shape;840;p49"/>
          <p:cNvSpPr txBox="1">
            <a:spLocks noGrp="1"/>
          </p:cNvSpPr>
          <p:nvPr>
            <p:ph type="body" idx="1"/>
          </p:nvPr>
        </p:nvSpPr>
        <p:spPr>
          <a:xfrm>
            <a:off x="439972" y="1675253"/>
            <a:ext cx="48906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​"/>
              <a:defRPr sz="27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41" name="Google Shape;841;p49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49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Aqua">
  <p:cSld name="Big Statement - Aqua"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4" name="Google Shape;844;p50"/>
          <p:cNvGrpSpPr/>
          <p:nvPr/>
        </p:nvGrpSpPr>
        <p:grpSpPr>
          <a:xfrm>
            <a:off x="3834825" y="1056478"/>
            <a:ext cx="5309231" cy="3415310"/>
            <a:chOff x="5111737" y="1408637"/>
            <a:chExt cx="7077088" cy="4553747"/>
          </a:xfrm>
        </p:grpSpPr>
        <p:sp>
          <p:nvSpPr>
            <p:cNvPr id="845" name="Google Shape;845;p50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50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7" name="Google Shape;847;p50"/>
          <p:cNvSpPr txBox="1">
            <a:spLocks noGrp="1"/>
          </p:cNvSpPr>
          <p:nvPr>
            <p:ph type="body" idx="1"/>
          </p:nvPr>
        </p:nvSpPr>
        <p:spPr>
          <a:xfrm>
            <a:off x="435242" y="1675253"/>
            <a:ext cx="4895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​"/>
              <a:defRPr sz="27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48" name="Google Shape;848;p50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50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Plum">
  <p:cSld name="Big Statement - Plum"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1" name="Google Shape;851;p51"/>
          <p:cNvGrpSpPr/>
          <p:nvPr/>
        </p:nvGrpSpPr>
        <p:grpSpPr>
          <a:xfrm>
            <a:off x="3834825" y="1056478"/>
            <a:ext cx="5309231" cy="3415310"/>
            <a:chOff x="5111737" y="1408637"/>
            <a:chExt cx="7077088" cy="4553747"/>
          </a:xfrm>
        </p:grpSpPr>
        <p:sp>
          <p:nvSpPr>
            <p:cNvPr id="852" name="Google Shape;852;p51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6000">
                  <a:schemeClr val="accent5"/>
                </a:gs>
                <a:gs pos="7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1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21000">
                  <a:schemeClr val="accent5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4" name="Google Shape;854;p51"/>
          <p:cNvSpPr txBox="1">
            <a:spLocks noGrp="1"/>
          </p:cNvSpPr>
          <p:nvPr>
            <p:ph type="body" idx="1"/>
          </p:nvPr>
        </p:nvSpPr>
        <p:spPr>
          <a:xfrm>
            <a:off x="439972" y="1675253"/>
            <a:ext cx="48906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​"/>
              <a:defRPr sz="2700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55" name="Google Shape;855;p51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51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>
  <p:cSld name="Big Statement 2 - Leaf "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52"/>
          <p:cNvSpPr/>
          <p:nvPr/>
        </p:nvSpPr>
        <p:spPr>
          <a:xfrm>
            <a:off x="-7300" y="1371177"/>
            <a:ext cx="9152686" cy="3168850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52"/>
          <p:cNvSpPr/>
          <p:nvPr/>
        </p:nvSpPr>
        <p:spPr>
          <a:xfrm>
            <a:off x="4844034" y="2669414"/>
            <a:ext cx="4298846" cy="2474086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rgbClr val="61A30E"/>
              </a:gs>
              <a:gs pos="21000">
                <a:srgbClr val="61A30E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52"/>
          <p:cNvSpPr txBox="1">
            <a:spLocks noGrp="1"/>
          </p:cNvSpPr>
          <p:nvPr>
            <p:ph type="title"/>
          </p:nvPr>
        </p:nvSpPr>
        <p:spPr>
          <a:xfrm>
            <a:off x="441946" y="704096"/>
            <a:ext cx="4821900" cy="9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ial"/>
              <a:buNone/>
              <a:defRPr sz="2700" b="0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1" name="Google Shape;861;p52"/>
          <p:cNvSpPr txBox="1">
            <a:spLocks noGrp="1"/>
          </p:cNvSpPr>
          <p:nvPr>
            <p:ph type="subTitle" idx="1"/>
          </p:nvPr>
        </p:nvSpPr>
        <p:spPr>
          <a:xfrm>
            <a:off x="452342" y="1700784"/>
            <a:ext cx="48075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862" name="Google Shape;862;p52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Aqua">
  <p:cSld name="Big Statement 2 - Aqua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53"/>
          <p:cNvSpPr/>
          <p:nvPr/>
        </p:nvSpPr>
        <p:spPr>
          <a:xfrm>
            <a:off x="-7300" y="1371177"/>
            <a:ext cx="9152686" cy="3168850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53"/>
          <p:cNvSpPr/>
          <p:nvPr/>
        </p:nvSpPr>
        <p:spPr>
          <a:xfrm>
            <a:off x="4844034" y="2673224"/>
            <a:ext cx="4298846" cy="2474086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53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53"/>
          <p:cNvSpPr txBox="1">
            <a:spLocks noGrp="1"/>
          </p:cNvSpPr>
          <p:nvPr>
            <p:ph type="title"/>
          </p:nvPr>
        </p:nvSpPr>
        <p:spPr>
          <a:xfrm>
            <a:off x="441946" y="704096"/>
            <a:ext cx="4821900" cy="9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ial"/>
              <a:buNone/>
              <a:defRPr sz="2700" b="0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53"/>
          <p:cNvSpPr txBox="1">
            <a:spLocks noGrp="1"/>
          </p:cNvSpPr>
          <p:nvPr>
            <p:ph type="subTitle" idx="1"/>
          </p:nvPr>
        </p:nvSpPr>
        <p:spPr>
          <a:xfrm>
            <a:off x="452342" y="1700784"/>
            <a:ext cx="48075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869" name="Google Shape;869;p53"/>
          <p:cNvSpPr/>
          <p:nvPr/>
        </p:nvSpPr>
        <p:spPr>
          <a:xfrm>
            <a:off x="-7300" y="1371177"/>
            <a:ext cx="9152686" cy="3168850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53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Plum">
  <p:cSld name="Big Statement 2 - Plum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4"/>
          <p:cNvSpPr/>
          <p:nvPr/>
        </p:nvSpPr>
        <p:spPr>
          <a:xfrm>
            <a:off x="-7300" y="1371177"/>
            <a:ext cx="9152686" cy="3168850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54"/>
          <p:cNvSpPr/>
          <p:nvPr/>
        </p:nvSpPr>
        <p:spPr>
          <a:xfrm>
            <a:off x="4844034" y="2673224"/>
            <a:ext cx="4298846" cy="2474086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54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54"/>
          <p:cNvSpPr txBox="1">
            <a:spLocks noGrp="1"/>
          </p:cNvSpPr>
          <p:nvPr>
            <p:ph type="title"/>
          </p:nvPr>
        </p:nvSpPr>
        <p:spPr>
          <a:xfrm>
            <a:off x="441946" y="704096"/>
            <a:ext cx="4821900" cy="9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ial"/>
              <a:buNone/>
              <a:defRPr sz="2700" b="0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6" name="Google Shape;876;p54"/>
          <p:cNvSpPr txBox="1">
            <a:spLocks noGrp="1"/>
          </p:cNvSpPr>
          <p:nvPr>
            <p:ph type="subTitle" idx="1"/>
          </p:nvPr>
        </p:nvSpPr>
        <p:spPr>
          <a:xfrm>
            <a:off x="452342" y="1700784"/>
            <a:ext cx="48075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  <a:defRPr sz="1200"/>
            </a:lvl9pPr>
          </a:lstStyle>
          <a:p>
            <a:endParaRPr/>
          </a:p>
        </p:txBody>
      </p:sp>
      <p:sp>
        <p:nvSpPr>
          <p:cNvPr id="877" name="Google Shape;877;p54"/>
          <p:cNvSpPr/>
          <p:nvPr/>
        </p:nvSpPr>
        <p:spPr>
          <a:xfrm>
            <a:off x="-7300" y="1371177"/>
            <a:ext cx="9152686" cy="3168850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54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with Photo">
  <p:cSld name="Big Statement with Photo"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55"/>
          <p:cNvSpPr txBox="1">
            <a:spLocks noGrp="1"/>
          </p:cNvSpPr>
          <p:nvPr>
            <p:ph type="body" idx="1"/>
          </p:nvPr>
        </p:nvSpPr>
        <p:spPr>
          <a:xfrm>
            <a:off x="456129" y="1885950"/>
            <a:ext cx="4115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​"/>
              <a:defRPr sz="27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81" name="Google Shape;881;p55"/>
          <p:cNvSpPr>
            <a:spLocks noGrp="1"/>
          </p:cNvSpPr>
          <p:nvPr>
            <p:ph type="pic" idx="2"/>
          </p:nvPr>
        </p:nvSpPr>
        <p:spPr>
          <a:xfrm>
            <a:off x="5090591" y="52388"/>
            <a:ext cx="4053300" cy="50910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5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55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istic">
  <p:cSld name="Big Statistic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6"/>
          <p:cNvSpPr/>
          <p:nvPr/>
        </p:nvSpPr>
        <p:spPr>
          <a:xfrm>
            <a:off x="0" y="3249216"/>
            <a:ext cx="9144000" cy="18942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56"/>
          <p:cNvSpPr/>
          <p:nvPr/>
        </p:nvSpPr>
        <p:spPr>
          <a:xfrm>
            <a:off x="500830" y="542248"/>
            <a:ext cx="3353700" cy="3352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56" descr="Doughnut chart label 3"/>
          <p:cNvSpPr txBox="1">
            <a:spLocks noGrp="1"/>
          </p:cNvSpPr>
          <p:nvPr>
            <p:ph type="body" idx="1"/>
          </p:nvPr>
        </p:nvSpPr>
        <p:spPr>
          <a:xfrm>
            <a:off x="4573191" y="1885949"/>
            <a:ext cx="3771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​"/>
              <a:defRPr sz="2700">
                <a:solidFill>
                  <a:schemeClr val="accent2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88" name="Google Shape;888;p56" descr="Doughnut chart label 1"/>
          <p:cNvSpPr txBox="1">
            <a:spLocks noGrp="1"/>
          </p:cNvSpPr>
          <p:nvPr>
            <p:ph type="body" idx="2"/>
          </p:nvPr>
        </p:nvSpPr>
        <p:spPr>
          <a:xfrm>
            <a:off x="456366" y="4130360"/>
            <a:ext cx="10284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​"/>
              <a:defRPr sz="9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89" name="Google Shape;889;p56" descr="Doughnut chart label 2"/>
          <p:cNvSpPr txBox="1">
            <a:spLocks noGrp="1"/>
          </p:cNvSpPr>
          <p:nvPr>
            <p:ph type="body" idx="3"/>
          </p:nvPr>
        </p:nvSpPr>
        <p:spPr>
          <a:xfrm>
            <a:off x="1827788" y="4130360"/>
            <a:ext cx="10284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​"/>
              <a:defRPr sz="9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90" name="Google Shape;890;p56" descr="Doughnut chart label 4"/>
          <p:cNvSpPr txBox="1">
            <a:spLocks noGrp="1"/>
          </p:cNvSpPr>
          <p:nvPr>
            <p:ph type="body" idx="4"/>
          </p:nvPr>
        </p:nvSpPr>
        <p:spPr>
          <a:xfrm>
            <a:off x="3196660" y="4130360"/>
            <a:ext cx="10284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​"/>
              <a:defRPr sz="9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91" name="Google Shape;891;p56" descr="Doughnut chart label 5"/>
          <p:cNvSpPr txBox="1">
            <a:spLocks noGrp="1"/>
          </p:cNvSpPr>
          <p:nvPr>
            <p:ph type="body" idx="5"/>
          </p:nvPr>
        </p:nvSpPr>
        <p:spPr>
          <a:xfrm>
            <a:off x="4567271" y="4130360"/>
            <a:ext cx="10284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​"/>
              <a:defRPr sz="9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92" name="Google Shape;892;p56" descr="Doughnut chart label 6"/>
          <p:cNvSpPr txBox="1">
            <a:spLocks noGrp="1"/>
          </p:cNvSpPr>
          <p:nvPr>
            <p:ph type="body" idx="6"/>
          </p:nvPr>
        </p:nvSpPr>
        <p:spPr>
          <a:xfrm>
            <a:off x="5942051" y="4130360"/>
            <a:ext cx="10284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​"/>
              <a:defRPr sz="9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200"/>
              <a:buChar char="-"/>
              <a:defRPr/>
            </a:lvl9pPr>
          </a:lstStyle>
          <a:p>
            <a:endParaRPr/>
          </a:p>
        </p:txBody>
      </p:sp>
      <p:sp>
        <p:nvSpPr>
          <p:cNvPr id="893" name="Google Shape;893;p56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4" name="Google Shape;894;p56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895" name="Google Shape;895;p56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96" name="Google Shape;896;p56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56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56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56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56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56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56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56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" name="Google Shape;904;p56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5" name="Google Shape;905;p56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6" name="Google Shape;906;p56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907" name="Google Shape;907;p56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56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" name="Google Shape;909;p56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0" name="Google Shape;910;p56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56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56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56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14" name="Google Shape;914;p56"/>
          <p:cNvSpPr/>
          <p:nvPr/>
        </p:nvSpPr>
        <p:spPr>
          <a:xfrm>
            <a:off x="500830" y="542248"/>
            <a:ext cx="3353700" cy="3352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56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6" name="Google Shape;916;p56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917" name="Google Shape;917;p56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918" name="Google Shape;918;p56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" name="Google Shape;919;p56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56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56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2" name="Google Shape;922;p56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56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56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56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56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56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8" name="Google Shape;928;p56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929" name="Google Shape;929;p56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p56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" name="Google Shape;931;p56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" name="Google Shape;932;p56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p56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56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" name="Google Shape;935;p56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36" name="Google Shape;936;p56"/>
          <p:cNvSpPr>
            <a:spLocks noGrp="1"/>
          </p:cNvSpPr>
          <p:nvPr>
            <p:ph type="chart" idx="7"/>
          </p:nvPr>
        </p:nvSpPr>
        <p:spPr>
          <a:xfrm>
            <a:off x="497133" y="542248"/>
            <a:ext cx="3360900" cy="3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Char char="​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11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NTR"/>
              <a:buChar char="-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rgbClr val="3B3B3B"/>
              </a:buClr>
              <a:buSzPts val="900"/>
              <a:buFont typeface="NTR"/>
              <a:buChar char="-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7" name="Google Shape;937;p56"/>
          <p:cNvSpPr txBox="1"/>
          <p:nvPr/>
        </p:nvSpPr>
        <p:spPr>
          <a:xfrm>
            <a:off x="1234134" y="4846124"/>
            <a:ext cx="2681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Broadcom.  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57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57"/>
          <p:cNvSpPr txBox="1"/>
          <p:nvPr/>
        </p:nvSpPr>
        <p:spPr>
          <a:xfrm>
            <a:off x="8620451" y="4848606"/>
            <a:ext cx="328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Leaf">
  <p:cSld name="Thank You / Closing - Leaf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8"/>
          <p:cNvSpPr/>
          <p:nvPr/>
        </p:nvSpPr>
        <p:spPr>
          <a:xfrm>
            <a:off x="0" y="0"/>
            <a:ext cx="4976837" cy="3339620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1A30E"/>
              </a:gs>
              <a:gs pos="12000">
                <a:srgbClr val="61A30E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58"/>
          <p:cNvSpPr/>
          <p:nvPr/>
        </p:nvSpPr>
        <p:spPr>
          <a:xfrm>
            <a:off x="0" y="0"/>
            <a:ext cx="9134363" cy="51435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58"/>
          <p:cNvSpPr txBox="1"/>
          <p:nvPr/>
        </p:nvSpPr>
        <p:spPr>
          <a:xfrm>
            <a:off x="5343576" y="3100273"/>
            <a:ext cx="26898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Font typeface="Arial"/>
              <a:buNone/>
            </a:pPr>
            <a:r>
              <a:rPr lang="en" sz="3800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100"/>
          </a:p>
        </p:txBody>
      </p:sp>
      <p:grpSp>
        <p:nvGrpSpPr>
          <p:cNvPr id="945" name="Google Shape;945;p58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946" name="Google Shape;946;p5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947" name="Google Shape;947;p5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8" name="Google Shape;948;p5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9" name="Google Shape;949;p5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5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5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5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Google Shape;953;p5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5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5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5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7" name="Google Shape;957;p5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958" name="Google Shape;958;p5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5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" name="Google Shape;960;p5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" name="Google Shape;961;p5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" name="Google Shape;962;p5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5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" name="Google Shape;964;p5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65" name="Google Shape;965;p58"/>
          <p:cNvSpPr/>
          <p:nvPr/>
        </p:nvSpPr>
        <p:spPr>
          <a:xfrm>
            <a:off x="0" y="0"/>
            <a:ext cx="6283659" cy="386030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58"/>
          <p:cNvSpPr/>
          <p:nvPr/>
        </p:nvSpPr>
        <p:spPr>
          <a:xfrm>
            <a:off x="0" y="0"/>
            <a:ext cx="6283659" cy="386030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58"/>
          <p:cNvSpPr txBox="1"/>
          <p:nvPr/>
        </p:nvSpPr>
        <p:spPr>
          <a:xfrm>
            <a:off x="1234134" y="4846124"/>
            <a:ext cx="2681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Broadcom.  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Aqua">
  <p:cSld name="Thank You / Closing - Aqua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59"/>
          <p:cNvSpPr/>
          <p:nvPr/>
        </p:nvSpPr>
        <p:spPr>
          <a:xfrm>
            <a:off x="0" y="0"/>
            <a:ext cx="4976837" cy="3339620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2000">
                <a:schemeClr val="accent2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59"/>
          <p:cNvSpPr/>
          <p:nvPr/>
        </p:nvSpPr>
        <p:spPr>
          <a:xfrm>
            <a:off x="0" y="0"/>
            <a:ext cx="6283659" cy="386030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59"/>
          <p:cNvSpPr txBox="1"/>
          <p:nvPr/>
        </p:nvSpPr>
        <p:spPr>
          <a:xfrm>
            <a:off x="5343576" y="3100273"/>
            <a:ext cx="26898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Font typeface="Arial"/>
              <a:buNone/>
            </a:pPr>
            <a:r>
              <a:rPr lang="en" sz="3800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100"/>
          </a:p>
        </p:txBody>
      </p:sp>
      <p:sp>
        <p:nvSpPr>
          <p:cNvPr id="972" name="Google Shape;972;p59"/>
          <p:cNvSpPr txBox="1"/>
          <p:nvPr/>
        </p:nvSpPr>
        <p:spPr>
          <a:xfrm>
            <a:off x="1234134" y="4846124"/>
            <a:ext cx="22896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100"/>
          </a:p>
        </p:txBody>
      </p:sp>
      <p:sp>
        <p:nvSpPr>
          <p:cNvPr id="973" name="Google Shape;973;p59"/>
          <p:cNvSpPr txBox="1"/>
          <p:nvPr/>
        </p:nvSpPr>
        <p:spPr>
          <a:xfrm>
            <a:off x="1234134" y="4927076"/>
            <a:ext cx="2892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100"/>
          </a:p>
        </p:txBody>
      </p:sp>
      <p:grpSp>
        <p:nvGrpSpPr>
          <p:cNvPr id="974" name="Google Shape;974;p59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975" name="Google Shape;975;p5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976" name="Google Shape;976;p5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" name="Google Shape;977;p5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8" name="Google Shape;978;p5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p5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p5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p5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" name="Google Shape;982;p5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" name="Google Shape;983;p5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" name="Google Shape;984;p5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5" name="Google Shape;985;p5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6" name="Google Shape;986;p5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987" name="Google Shape;987;p5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" name="Google Shape;988;p5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5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" name="Google Shape;990;p5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1" name="Google Shape;991;p5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" name="Google Shape;992;p5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3" name="Google Shape;993;p5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94" name="Google Shape;994;p59"/>
          <p:cNvSpPr/>
          <p:nvPr/>
        </p:nvSpPr>
        <p:spPr>
          <a:xfrm>
            <a:off x="0" y="0"/>
            <a:ext cx="9134363" cy="51435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59"/>
          <p:cNvSpPr/>
          <p:nvPr/>
        </p:nvSpPr>
        <p:spPr>
          <a:xfrm>
            <a:off x="0" y="0"/>
            <a:ext cx="6283659" cy="386030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59"/>
          <p:cNvSpPr txBox="1"/>
          <p:nvPr/>
        </p:nvSpPr>
        <p:spPr>
          <a:xfrm>
            <a:off x="5343576" y="3100273"/>
            <a:ext cx="26898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Font typeface="Arial"/>
              <a:buNone/>
            </a:pPr>
            <a:r>
              <a:rPr lang="en" sz="3800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100"/>
          </a:p>
        </p:txBody>
      </p:sp>
      <p:grpSp>
        <p:nvGrpSpPr>
          <p:cNvPr id="997" name="Google Shape;997;p59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998" name="Google Shape;998;p5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999" name="Google Shape;999;p5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0" name="Google Shape;1000;p5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1" name="Google Shape;1001;p5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2" name="Google Shape;1002;p5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" name="Google Shape;1003;p5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4" name="Google Shape;1004;p5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" name="Google Shape;1005;p5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6" name="Google Shape;1006;p5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7" name="Google Shape;1007;p5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8" name="Google Shape;1008;p5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09" name="Google Shape;1009;p5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010" name="Google Shape;1010;p5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1" name="Google Shape;1011;p5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2" name="Google Shape;1012;p5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3" name="Google Shape;1013;p5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4" name="Google Shape;1014;p5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" name="Google Shape;1015;p5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" name="Google Shape;1016;p5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17" name="Google Shape;1017;p59"/>
          <p:cNvSpPr txBox="1"/>
          <p:nvPr/>
        </p:nvSpPr>
        <p:spPr>
          <a:xfrm>
            <a:off x="1234134" y="4846124"/>
            <a:ext cx="2681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Broadcom.  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Plum">
  <p:cSld name="Thank You / Closing - Plum"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60"/>
          <p:cNvSpPr/>
          <p:nvPr/>
        </p:nvSpPr>
        <p:spPr>
          <a:xfrm>
            <a:off x="0" y="0"/>
            <a:ext cx="4976837" cy="3339620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2000">
                <a:schemeClr val="accent5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60"/>
          <p:cNvSpPr txBox="1"/>
          <p:nvPr/>
        </p:nvSpPr>
        <p:spPr>
          <a:xfrm>
            <a:off x="5343576" y="3100273"/>
            <a:ext cx="26898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Font typeface="Arial"/>
              <a:buNone/>
            </a:pPr>
            <a:r>
              <a:rPr lang="en" sz="3800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100"/>
          </a:p>
        </p:txBody>
      </p:sp>
      <p:sp>
        <p:nvSpPr>
          <p:cNvPr id="1021" name="Google Shape;1021;p60"/>
          <p:cNvSpPr txBox="1"/>
          <p:nvPr/>
        </p:nvSpPr>
        <p:spPr>
          <a:xfrm>
            <a:off x="1234134" y="4846124"/>
            <a:ext cx="22896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100"/>
          </a:p>
        </p:txBody>
      </p:sp>
      <p:sp>
        <p:nvSpPr>
          <p:cNvPr id="1022" name="Google Shape;1022;p60"/>
          <p:cNvSpPr txBox="1"/>
          <p:nvPr/>
        </p:nvSpPr>
        <p:spPr>
          <a:xfrm>
            <a:off x="1234134" y="4927076"/>
            <a:ext cx="2892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100"/>
          </a:p>
        </p:txBody>
      </p:sp>
      <p:grpSp>
        <p:nvGrpSpPr>
          <p:cNvPr id="1023" name="Google Shape;1023;p60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1024" name="Google Shape;1024;p6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025" name="Google Shape;1025;p6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6" name="Google Shape;1026;p6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7" name="Google Shape;1027;p6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8" name="Google Shape;1028;p6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9" name="Google Shape;1029;p6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0" name="Google Shape;1030;p6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1" name="Google Shape;1031;p6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2" name="Google Shape;1032;p6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3" name="Google Shape;1033;p6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4" name="Google Shape;1034;p6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5" name="Google Shape;1035;p6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036" name="Google Shape;1036;p6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" name="Google Shape;1037;p6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8" name="Google Shape;1038;p6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9" name="Google Shape;1039;p6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" name="Google Shape;1040;p6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" name="Google Shape;1041;p6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2" name="Google Shape;1042;p6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43" name="Google Shape;1043;p60"/>
          <p:cNvSpPr/>
          <p:nvPr/>
        </p:nvSpPr>
        <p:spPr>
          <a:xfrm>
            <a:off x="0" y="0"/>
            <a:ext cx="6283659" cy="386030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60"/>
          <p:cNvSpPr/>
          <p:nvPr/>
        </p:nvSpPr>
        <p:spPr>
          <a:xfrm>
            <a:off x="0" y="0"/>
            <a:ext cx="9134363" cy="51435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60"/>
          <p:cNvSpPr txBox="1"/>
          <p:nvPr/>
        </p:nvSpPr>
        <p:spPr>
          <a:xfrm>
            <a:off x="5343576" y="3100273"/>
            <a:ext cx="26898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Font typeface="Arial"/>
              <a:buNone/>
            </a:pPr>
            <a:r>
              <a:rPr lang="en" sz="3800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100"/>
          </a:p>
        </p:txBody>
      </p:sp>
      <p:grpSp>
        <p:nvGrpSpPr>
          <p:cNvPr id="1046" name="Google Shape;1046;p60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1047" name="Google Shape;1047;p6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048" name="Google Shape;1048;p6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9" name="Google Shape;1049;p6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0" name="Google Shape;1050;p6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6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6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6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6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5" name="Google Shape;1055;p6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" name="Google Shape;1056;p6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6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58" name="Google Shape;1058;p6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059" name="Google Shape;1059;p6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6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6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6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6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6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5" name="Google Shape;1065;p6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66" name="Google Shape;1066;p60"/>
          <p:cNvSpPr/>
          <p:nvPr/>
        </p:nvSpPr>
        <p:spPr>
          <a:xfrm>
            <a:off x="0" y="0"/>
            <a:ext cx="6283659" cy="386030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60"/>
          <p:cNvSpPr txBox="1"/>
          <p:nvPr/>
        </p:nvSpPr>
        <p:spPr>
          <a:xfrm>
            <a:off x="1234134" y="4846124"/>
            <a:ext cx="2681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Broadcom.  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2"/>
            <a:ext cx="8229600" cy="3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Char char="​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11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NTR"/>
              <a:buChar char="-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rgbClr val="3B3B3B"/>
              </a:buClr>
              <a:buSzPts val="900"/>
              <a:buFont typeface="NTR"/>
              <a:buChar char="-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53" name="Google Shape;53;p13"/>
          <p:cNvGrpSpPr/>
          <p:nvPr/>
        </p:nvGrpSpPr>
        <p:grpSpPr>
          <a:xfrm>
            <a:off x="199272" y="4742453"/>
            <a:ext cx="937166" cy="277237"/>
            <a:chOff x="265625" y="6323271"/>
            <a:chExt cx="1249222" cy="369649"/>
          </a:xfrm>
        </p:grpSpPr>
        <p:grpSp>
          <p:nvGrpSpPr>
            <p:cNvPr id="54" name="Google Shape;54;p13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55" name="Google Shape;55;p13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13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13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13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13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13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13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13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13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13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" name="Google Shape;65;p13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66" name="Google Shape;66;p13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13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13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13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13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13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13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3" name="Google Shape;73;p13"/>
          <p:cNvSpPr/>
          <p:nvPr/>
        </p:nvSpPr>
        <p:spPr>
          <a:xfrm>
            <a:off x="0" y="0"/>
            <a:ext cx="9139286" cy="56153"/>
          </a:xfrm>
          <a:custGeom>
            <a:avLst/>
            <a:gdLst/>
            <a:ahLst/>
            <a:cxnLst/>
            <a:rect l="l" t="t" r="r" b="b"/>
            <a:pathLst>
              <a:path w="12185715" h="74871" extrusionOk="0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25000">
                <a:schemeClr val="accent1"/>
              </a:gs>
              <a:gs pos="50000">
                <a:schemeClr val="accent3"/>
              </a:gs>
              <a:gs pos="75000">
                <a:schemeClr val="accent2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1234134" y="4846124"/>
            <a:ext cx="2681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Broadcom.  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1404">
          <p15:clr>
            <a:srgbClr val="F26B43"/>
          </p15:clr>
        </p15:guide>
        <p15:guide id="4" orient="horz" pos="1188">
          <p15:clr>
            <a:srgbClr val="F26B43"/>
          </p15:clr>
        </p15:guide>
        <p15:guide id="5" orient="horz" pos="972">
          <p15:clr>
            <a:srgbClr val="F26B43"/>
          </p15:clr>
        </p15:guide>
        <p15:guide id="6" orient="horz" pos="756">
          <p15:clr>
            <a:srgbClr val="F26B43"/>
          </p15:clr>
        </p15:guide>
        <p15:guide id="7" orient="horz" pos="540">
          <p15:clr>
            <a:srgbClr val="F26B43"/>
          </p15:clr>
        </p15:guide>
        <p15:guide id="8" orient="horz" pos="432">
          <p15:clr>
            <a:srgbClr val="F26B43"/>
          </p15:clr>
        </p15:guide>
        <p15:guide id="9" orient="horz" pos="216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1836">
          <p15:clr>
            <a:srgbClr val="F26B43"/>
          </p15:clr>
        </p15:guide>
        <p15:guide id="12" orient="horz" pos="2052">
          <p15:clr>
            <a:srgbClr val="F26B43"/>
          </p15:clr>
        </p15:guide>
        <p15:guide id="13" orient="horz" pos="2268">
          <p15:clr>
            <a:srgbClr val="F26B43"/>
          </p15:clr>
        </p15:guide>
        <p15:guide id="14" orient="horz" pos="2484">
          <p15:clr>
            <a:srgbClr val="F26B43"/>
          </p15:clr>
        </p15:guide>
        <p15:guide id="15" orient="horz" pos="2700">
          <p15:clr>
            <a:srgbClr val="F26B43"/>
          </p15:clr>
        </p15:guide>
        <p15:guide id="16" orient="horz" pos="2916">
          <p15:clr>
            <a:srgbClr val="F26B43"/>
          </p15:clr>
        </p15:guide>
        <p15:guide id="17" orient="horz" pos="3024">
          <p15:clr>
            <a:srgbClr val="F26B43"/>
          </p15:clr>
        </p15:guide>
        <p15:guide id="18" pos="2664">
          <p15:clr>
            <a:srgbClr val="F26B43"/>
          </p15:clr>
        </p15:guide>
        <p15:guide id="19" pos="2448">
          <p15:clr>
            <a:srgbClr val="F26B43"/>
          </p15:clr>
        </p15:guide>
        <p15:guide id="20" pos="2232">
          <p15:clr>
            <a:srgbClr val="F26B43"/>
          </p15:clr>
        </p15:guide>
        <p15:guide id="21" pos="2016">
          <p15:clr>
            <a:srgbClr val="F26B43"/>
          </p15:clr>
        </p15:guide>
        <p15:guide id="22" pos="1800">
          <p15:clr>
            <a:srgbClr val="F26B43"/>
          </p15:clr>
        </p15:guide>
        <p15:guide id="23" pos="1584">
          <p15:clr>
            <a:srgbClr val="F26B43"/>
          </p15:clr>
        </p15:guide>
        <p15:guide id="24" pos="1368">
          <p15:clr>
            <a:srgbClr val="F26B43"/>
          </p15:clr>
        </p15:guide>
        <p15:guide id="25" pos="1152">
          <p15:clr>
            <a:srgbClr val="F26B43"/>
          </p15:clr>
        </p15:guide>
        <p15:guide id="26" pos="935">
          <p15:clr>
            <a:srgbClr val="F26B43"/>
          </p15:clr>
        </p15:guide>
        <p15:guide id="27" pos="719">
          <p15:clr>
            <a:srgbClr val="F26B43"/>
          </p15:clr>
        </p15:guide>
        <p15:guide id="28" pos="503">
          <p15:clr>
            <a:srgbClr val="F26B43"/>
          </p15:clr>
        </p15:guide>
        <p15:guide id="29" pos="287">
          <p15:clr>
            <a:srgbClr val="F26B43"/>
          </p15:clr>
        </p15:guide>
        <p15:guide id="30" pos="3096">
          <p15:clr>
            <a:srgbClr val="F26B43"/>
          </p15:clr>
        </p15:guide>
        <p15:guide id="31" pos="3312">
          <p15:clr>
            <a:srgbClr val="F26B43"/>
          </p15:clr>
        </p15:guide>
        <p15:guide id="32" pos="3528">
          <p15:clr>
            <a:srgbClr val="F26B43"/>
          </p15:clr>
        </p15:guide>
        <p15:guide id="33" pos="3744">
          <p15:clr>
            <a:srgbClr val="F26B43"/>
          </p15:clr>
        </p15:guide>
        <p15:guide id="34" pos="3960">
          <p15:clr>
            <a:srgbClr val="F26B43"/>
          </p15:clr>
        </p15:guide>
        <p15:guide id="35" pos="4176">
          <p15:clr>
            <a:srgbClr val="F26B43"/>
          </p15:clr>
        </p15:guide>
        <p15:guide id="36" pos="4392">
          <p15:clr>
            <a:srgbClr val="F26B43"/>
          </p15:clr>
        </p15:guide>
        <p15:guide id="37" pos="4608">
          <p15:clr>
            <a:srgbClr val="F26B43"/>
          </p15:clr>
        </p15:guide>
        <p15:guide id="38" pos="4825">
          <p15:clr>
            <a:srgbClr val="F26B43"/>
          </p15:clr>
        </p15:guide>
        <p15:guide id="39" pos="5041">
          <p15:clr>
            <a:srgbClr val="F26B43"/>
          </p15:clr>
        </p15:guide>
        <p15:guide id="40" pos="5257">
          <p15:clr>
            <a:srgbClr val="F26B43"/>
          </p15:clr>
        </p15:guide>
        <p15:guide id="41" pos="5473">
          <p15:clr>
            <a:srgbClr val="F26B43"/>
          </p15:clr>
        </p15:guide>
        <p15:guide id="42" pos="5760">
          <p15:clr>
            <a:srgbClr val="F26B43"/>
          </p15:clr>
        </p15:guide>
        <p15:guide id="43" orient="horz" pos="324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64"/>
          <p:cNvSpPr txBox="1">
            <a:spLocks noGrp="1"/>
          </p:cNvSpPr>
          <p:nvPr>
            <p:ph type="body" idx="2"/>
          </p:nvPr>
        </p:nvSpPr>
        <p:spPr>
          <a:xfrm>
            <a:off x="441485" y="4144274"/>
            <a:ext cx="4130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 smtClean="0"/>
              <a:t>CODEQT1177LV</a:t>
            </a:r>
            <a:endParaRPr dirty="0"/>
          </a:p>
        </p:txBody>
      </p:sp>
      <p:sp>
        <p:nvSpPr>
          <p:cNvPr id="1103" name="Google Shape;1103;p64"/>
          <p:cNvSpPr txBox="1">
            <a:spLocks noGrp="1"/>
          </p:cNvSpPr>
          <p:nvPr>
            <p:ph type="body" idx="3"/>
          </p:nvPr>
        </p:nvSpPr>
        <p:spPr>
          <a:xfrm>
            <a:off x="441485" y="4420654"/>
            <a:ext cx="4130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 smtClean="0"/>
              <a:t>#</a:t>
            </a:r>
            <a:r>
              <a:rPr lang="en-US" dirty="0" err="1" smtClean="0"/>
              <a:t>VMwareExplore</a:t>
            </a:r>
            <a:r>
              <a:rPr lang="en-US" dirty="0" smtClean="0"/>
              <a:t> #CODEQT1177LV</a:t>
            </a:r>
            <a:endParaRPr dirty="0"/>
          </a:p>
        </p:txBody>
      </p:sp>
      <p:sp>
        <p:nvSpPr>
          <p:cNvPr id="1105" name="Google Shape;1105;p64"/>
          <p:cNvSpPr txBox="1">
            <a:spLocks noGrp="1"/>
          </p:cNvSpPr>
          <p:nvPr>
            <p:ph type="body" idx="5"/>
          </p:nvPr>
        </p:nvSpPr>
        <p:spPr>
          <a:xfrm>
            <a:off x="441837" y="2370535"/>
            <a:ext cx="41304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dirty="0" smtClean="0"/>
              <a:t>Loop Swoop and Pool</a:t>
            </a:r>
            <a:endParaRPr dirty="0"/>
          </a:p>
        </p:txBody>
      </p:sp>
      <p:sp>
        <p:nvSpPr>
          <p:cNvPr id="1106" name="Google Shape;1106;p64"/>
          <p:cNvSpPr txBox="1">
            <a:spLocks noGrp="1"/>
          </p:cNvSpPr>
          <p:nvPr>
            <p:ph type="body" idx="6"/>
          </p:nvPr>
        </p:nvSpPr>
        <p:spPr>
          <a:xfrm>
            <a:off x="441660" y="3334232"/>
            <a:ext cx="41304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sz="1400" dirty="0" err="1" smtClean="0"/>
              <a:t>PowerCLI</a:t>
            </a:r>
            <a:r>
              <a:rPr lang="en-US" sz="1400" dirty="0" smtClean="0"/>
              <a:t> will be as easy as Tying your Shoes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6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</a:pPr>
            <a:r>
              <a:rPr lang="en-US" dirty="0" smtClean="0"/>
              <a:t>Justin P. Sider</a:t>
            </a:r>
            <a:endParaRPr dirty="0"/>
          </a:p>
        </p:txBody>
      </p:sp>
      <p:sp>
        <p:nvSpPr>
          <p:cNvPr id="1121" name="Google Shape;1121;p66"/>
          <p:cNvSpPr txBox="1">
            <a:spLocks noGrp="1"/>
          </p:cNvSpPr>
          <p:nvPr>
            <p:ph type="body" idx="2"/>
          </p:nvPr>
        </p:nvSpPr>
        <p:spPr>
          <a:xfrm>
            <a:off x="3397415" y="1108425"/>
            <a:ext cx="4356456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400" dirty="0"/>
              <a:t>Chief Information Officer – Belay Technologies</a:t>
            </a:r>
          </a:p>
          <a:p>
            <a:pPr lvl="1"/>
            <a:r>
              <a:rPr lang="en-US" sz="1000" dirty="0"/>
              <a:t>https://belaytech.com</a:t>
            </a:r>
          </a:p>
          <a:p>
            <a:pPr lvl="1"/>
            <a:r>
              <a:rPr lang="en-US" sz="1000" dirty="0"/>
              <a:t>https://summitrts.com</a:t>
            </a:r>
          </a:p>
          <a:p>
            <a:r>
              <a:rPr lang="en-US" sz="1400" dirty="0"/>
              <a:t>Personal Blog</a:t>
            </a:r>
          </a:p>
          <a:p>
            <a:pPr lvl="1"/>
            <a:r>
              <a:rPr lang="en-US" sz="1000" dirty="0"/>
              <a:t>https://invoke-automation.blog</a:t>
            </a:r>
          </a:p>
          <a:p>
            <a:r>
              <a:rPr lang="en-US" sz="1400" dirty="0"/>
              <a:t>GitHub</a:t>
            </a:r>
          </a:p>
          <a:p>
            <a:pPr lvl="1"/>
            <a:r>
              <a:rPr lang="en-US" sz="1000" dirty="0"/>
              <a:t>https://github.com/jpsider</a:t>
            </a:r>
          </a:p>
          <a:p>
            <a:r>
              <a:rPr lang="en-US" sz="1400" dirty="0"/>
              <a:t>Twitter (X)/Slack</a:t>
            </a:r>
          </a:p>
          <a:p>
            <a:pPr lvl="1"/>
            <a:r>
              <a:rPr lang="en-US" sz="1000" dirty="0"/>
              <a:t>jpsider</a:t>
            </a:r>
          </a:p>
          <a:p>
            <a:r>
              <a:rPr lang="en-US" sz="1400" dirty="0"/>
              <a:t>VMware Community</a:t>
            </a:r>
          </a:p>
          <a:p>
            <a:pPr lvl="1"/>
            <a:r>
              <a:rPr lang="en-US" sz="1000" dirty="0" err="1"/>
              <a:t>vExpert</a:t>
            </a:r>
            <a:r>
              <a:rPr lang="en-US" sz="1000" dirty="0"/>
              <a:t>, VMUG Co-Leader, VMUG BOD (VP)</a:t>
            </a:r>
          </a:p>
          <a:p>
            <a:endParaRPr lang="en-US" sz="105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5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96" y="1242237"/>
            <a:ext cx="1064319" cy="15741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2334" y="3678072"/>
            <a:ext cx="1584563" cy="10243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921" y="3418764"/>
            <a:ext cx="1064861" cy="10413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8240" y="1908153"/>
            <a:ext cx="1479625" cy="1483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6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</a:pPr>
            <a:r>
              <a:rPr lang="en-US" dirty="0" smtClean="0"/>
              <a:t>Agenda</a:t>
            </a:r>
            <a:endParaRPr dirty="0"/>
          </a:p>
        </p:txBody>
      </p:sp>
      <p:sp>
        <p:nvSpPr>
          <p:cNvPr id="1121" name="Google Shape;1121;p66"/>
          <p:cNvSpPr txBox="1">
            <a:spLocks noGrp="1"/>
          </p:cNvSpPr>
          <p:nvPr>
            <p:ph type="body" idx="2"/>
          </p:nvPr>
        </p:nvSpPr>
        <p:spPr>
          <a:xfrm>
            <a:off x="462499" y="1200151"/>
            <a:ext cx="8231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Loop Types (Creating 5 linked clones with each loop)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For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ForEach</a:t>
            </a:r>
            <a:r>
              <a:rPr lang="en-US" dirty="0" smtClean="0"/>
              <a:t>-Object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ForEach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While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Do While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Do Until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Break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Continue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/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259" y="1520524"/>
            <a:ext cx="2118783" cy="21249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47988" y="3645521"/>
            <a:ext cx="2038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Code and deck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57553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6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</a:pPr>
            <a:r>
              <a:rPr lang="en-US" dirty="0" smtClean="0"/>
              <a:t>For</a:t>
            </a:r>
            <a:endParaRPr dirty="0"/>
          </a:p>
        </p:txBody>
      </p:sp>
      <p:sp>
        <p:nvSpPr>
          <p:cNvPr id="1120" name="Google Shape;1120;p66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431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/>
              <a:t>Standard loop – ideally, you want to know how many times you want to repeat an action</a:t>
            </a:r>
            <a:endParaRPr dirty="0"/>
          </a:p>
        </p:txBody>
      </p:sp>
      <p:sp>
        <p:nvSpPr>
          <p:cNvPr id="1121" name="Google Shape;1121;p66"/>
          <p:cNvSpPr txBox="1">
            <a:spLocks noGrp="1"/>
          </p:cNvSpPr>
          <p:nvPr>
            <p:ph type="body" idx="2"/>
          </p:nvPr>
        </p:nvSpPr>
        <p:spPr>
          <a:xfrm>
            <a:off x="456165" y="1086685"/>
            <a:ext cx="8231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indent="0">
              <a:buNone/>
            </a:pPr>
            <a:r>
              <a:rPr lang="en-US" sz="14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For</a:t>
            </a:r>
            <a:r>
              <a:rPr lang="en-US" sz="1400" dirty="0"/>
              <a:t> ($</a:t>
            </a:r>
            <a:r>
              <a:rPr lang="en-US" sz="1400" dirty="0" err="1"/>
              <a:t>i</a:t>
            </a:r>
            <a:r>
              <a:rPr lang="en-US" sz="1400" dirty="0"/>
              <a:t>=0; $</a:t>
            </a:r>
            <a:r>
              <a:rPr lang="en-US" sz="1400" dirty="0" err="1"/>
              <a:t>i</a:t>
            </a:r>
            <a:r>
              <a:rPr lang="en-US" sz="1400" dirty="0"/>
              <a:t> -le 5; $</a:t>
            </a:r>
            <a:r>
              <a:rPr lang="en-US" sz="1400" dirty="0" err="1"/>
              <a:t>i</a:t>
            </a:r>
            <a:r>
              <a:rPr lang="en-US" sz="1400" dirty="0"/>
              <a:t>++) </a:t>
            </a:r>
          </a:p>
          <a:p>
            <a:pPr marL="139700" indent="0">
              <a:buNone/>
            </a:pPr>
            <a:r>
              <a:rPr lang="en-US" sz="1400" dirty="0" smtClean="0"/>
              <a:t>{</a:t>
            </a:r>
          </a:p>
          <a:p>
            <a:pPr marL="139700" indent="0">
              <a:buNone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   # Set the name of the new </a:t>
            </a:r>
            <a:r>
              <a:rPr lang="en-US" sz="1400" dirty="0" err="1" smtClean="0">
                <a:solidFill>
                  <a:schemeClr val="bg1">
                    <a:lumMod val="65000"/>
                  </a:schemeClr>
                </a:solidFill>
              </a:rPr>
              <a:t>vm</a:t>
            </a:r>
            <a:endParaRPr lang="en-US" sz="1400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139700" indent="0">
              <a:buNone/>
            </a:pPr>
            <a:r>
              <a:rPr lang="en-US" sz="1400" dirty="0" smtClean="0"/>
              <a:t>    $</a:t>
            </a:r>
            <a:r>
              <a:rPr lang="en-US" sz="1400" dirty="0" err="1"/>
              <a:t>vmName</a:t>
            </a:r>
            <a:r>
              <a:rPr lang="en-US" sz="1400" dirty="0"/>
              <a:t> = “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test_</a:t>
            </a:r>
            <a:r>
              <a:rPr lang="en-US" sz="1400" dirty="0"/>
              <a:t>” + $</a:t>
            </a:r>
            <a:r>
              <a:rPr lang="en-US" sz="1400" dirty="0" err="1" smtClean="0"/>
              <a:t>i</a:t>
            </a:r>
            <a:endParaRPr lang="en-US" sz="1400" dirty="0"/>
          </a:p>
          <a:p>
            <a:pPr marL="139700" indent="0">
              <a:buNone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   # Splat the parameters</a:t>
            </a:r>
          </a:p>
          <a:p>
            <a:pPr marL="139700" indent="0">
              <a:buNone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n-US" sz="1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400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Params</a:t>
            </a:r>
            <a:r>
              <a:rPr lang="en-US" sz="1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400" dirty="0" smtClean="0">
                <a:solidFill>
                  <a:schemeClr val="tx1"/>
                </a:solidFill>
              </a:rPr>
              <a:t>= @{</a:t>
            </a:r>
          </a:p>
          <a:p>
            <a:pPr marL="139700" indent="0">
              <a:buNone/>
            </a:pPr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        </a:t>
            </a:r>
            <a:r>
              <a:rPr lang="en-US" sz="1400" dirty="0" smtClean="0">
                <a:solidFill>
                  <a:schemeClr val="tx1"/>
                </a:solidFill>
              </a:rPr>
              <a:t>Name = </a:t>
            </a:r>
            <a:r>
              <a:rPr lang="en-US" sz="1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400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vmName</a:t>
            </a:r>
            <a:endParaRPr lang="en-US" sz="1400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       </a:t>
            </a:r>
            <a:r>
              <a:rPr lang="en-US" sz="1400" dirty="0" smtClean="0">
                <a:solidFill>
                  <a:schemeClr val="tx1"/>
                </a:solidFill>
              </a:rPr>
              <a:t>VM = “base”</a:t>
            </a:r>
          </a:p>
          <a:p>
            <a:pPr marL="13970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smtClean="0">
                <a:solidFill>
                  <a:schemeClr val="tx1"/>
                </a:solidFill>
              </a:rPr>
              <a:t>       </a:t>
            </a:r>
            <a:r>
              <a:rPr lang="en-US" sz="1400" dirty="0" err="1" smtClean="0">
                <a:solidFill>
                  <a:schemeClr val="tx1"/>
                </a:solidFill>
              </a:rPr>
              <a:t>Datastore</a:t>
            </a:r>
            <a:r>
              <a:rPr lang="en-US" sz="1400" dirty="0" smtClean="0">
                <a:solidFill>
                  <a:schemeClr val="tx1"/>
                </a:solidFill>
              </a:rPr>
              <a:t> = “</a:t>
            </a:r>
            <a:r>
              <a:rPr lang="en-US" sz="1400" dirty="0" err="1" smtClean="0">
                <a:solidFill>
                  <a:schemeClr val="tx1"/>
                </a:solidFill>
              </a:rPr>
              <a:t>vSan</a:t>
            </a:r>
            <a:r>
              <a:rPr lang="en-US" sz="1400" dirty="0" smtClean="0">
                <a:solidFill>
                  <a:schemeClr val="tx1"/>
                </a:solidFill>
              </a:rPr>
              <a:t>”</a:t>
            </a:r>
          </a:p>
          <a:p>
            <a:pPr marL="13970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smtClean="0">
                <a:solidFill>
                  <a:schemeClr val="tx1"/>
                </a:solidFill>
              </a:rPr>
              <a:t>       </a:t>
            </a:r>
            <a:r>
              <a:rPr lang="en-US" sz="1400" dirty="0" err="1" smtClean="0">
                <a:solidFill>
                  <a:schemeClr val="tx1"/>
                </a:solidFill>
              </a:rPr>
              <a:t>LinkedClone</a:t>
            </a:r>
            <a:r>
              <a:rPr lang="en-US" sz="1400" dirty="0" smtClean="0">
                <a:solidFill>
                  <a:schemeClr val="tx1"/>
                </a:solidFill>
              </a:rPr>
              <a:t> = </a:t>
            </a:r>
            <a:r>
              <a:rPr lang="en-US" sz="1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$true</a:t>
            </a:r>
          </a:p>
          <a:p>
            <a:pPr marL="139700" indent="0">
              <a:buNone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       </a:t>
            </a:r>
            <a:r>
              <a:rPr lang="en-US" sz="1400" dirty="0" err="1" smtClean="0">
                <a:solidFill>
                  <a:schemeClr val="tx1"/>
                </a:solidFill>
              </a:rPr>
              <a:t>ReferenceSnapShot</a:t>
            </a:r>
            <a:r>
              <a:rPr lang="en-US" sz="1400" dirty="0" smtClean="0">
                <a:solidFill>
                  <a:schemeClr val="tx1"/>
                </a:solidFill>
              </a:rPr>
              <a:t> = “base”</a:t>
            </a:r>
          </a:p>
          <a:p>
            <a:pPr marL="13970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smtClean="0">
                <a:solidFill>
                  <a:schemeClr val="tx1"/>
                </a:solidFill>
              </a:rPr>
              <a:t>       </a:t>
            </a:r>
            <a:r>
              <a:rPr lang="en-US" sz="1400" dirty="0" err="1" smtClean="0">
                <a:solidFill>
                  <a:schemeClr val="tx1"/>
                </a:solidFill>
              </a:rPr>
              <a:t>VMHost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smtClean="0">
                <a:solidFill>
                  <a:schemeClr val="tx1"/>
                </a:solidFill>
              </a:rPr>
              <a:t>= </a:t>
            </a:r>
            <a:r>
              <a:rPr lang="en-US" sz="1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400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vmhost</a:t>
            </a:r>
            <a:endParaRPr lang="en-US" sz="1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    </a:t>
            </a:r>
            <a:r>
              <a:rPr lang="en-US" sz="1400" dirty="0" smtClean="0">
                <a:solidFill>
                  <a:schemeClr val="tx1"/>
                </a:solidFill>
              </a:rPr>
              <a:t>}</a:t>
            </a:r>
          </a:p>
          <a:p>
            <a:pPr marL="139700" indent="0">
              <a:buNone/>
            </a:pPr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    #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Create the new </a:t>
            </a:r>
            <a:r>
              <a:rPr lang="en-US" sz="1400" dirty="0" err="1" smtClean="0">
                <a:solidFill>
                  <a:schemeClr val="bg1">
                    <a:lumMod val="65000"/>
                  </a:schemeClr>
                </a:solidFill>
              </a:rPr>
              <a:t>vm</a:t>
            </a:r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as a linked clone</a:t>
            </a:r>
            <a:endParaRPr lang="en-US" sz="1400" dirty="0">
              <a:solidFill>
                <a:schemeClr val="tx1"/>
              </a:solidFill>
            </a:endParaRPr>
          </a:p>
          <a:p>
            <a:pPr marL="139700" indent="0">
              <a:buNone/>
            </a:pPr>
            <a:r>
              <a:rPr lang="en-US" sz="1400" dirty="0" smtClean="0"/>
              <a:t>    </a:t>
            </a:r>
            <a:r>
              <a:rPr lang="en-US" sz="1400" dirty="0" smtClean="0">
                <a:solidFill>
                  <a:schemeClr val="accent6">
                    <a:lumMod val="50000"/>
                  </a:schemeClr>
                </a:solidFill>
              </a:rPr>
              <a:t>New-VM </a:t>
            </a:r>
            <a:r>
              <a:rPr lang="en-US" sz="1400" dirty="0" smtClean="0">
                <a:solidFill>
                  <a:schemeClr val="tx1"/>
                </a:solidFill>
              </a:rPr>
              <a:t>@</a:t>
            </a:r>
            <a:r>
              <a:rPr lang="en-US" sz="1400" dirty="0" err="1" smtClean="0">
                <a:solidFill>
                  <a:schemeClr val="tx1"/>
                </a:solidFill>
              </a:rPr>
              <a:t>Params</a:t>
            </a:r>
            <a:endParaRPr lang="en-US" sz="1400" dirty="0" smtClean="0">
              <a:solidFill>
                <a:schemeClr val="tx1"/>
              </a:solidFill>
            </a:endParaRPr>
          </a:p>
          <a:p>
            <a:pPr marL="13970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}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259" y="1520524"/>
            <a:ext cx="2118783" cy="21249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47988" y="3645521"/>
            <a:ext cx="2038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Code and deck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1329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6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</a:pPr>
            <a:r>
              <a:rPr lang="en-US" dirty="0" err="1" smtClean="0"/>
              <a:t>ForEach</a:t>
            </a:r>
            <a:r>
              <a:rPr lang="en-US" dirty="0" smtClean="0"/>
              <a:t>-Object</a:t>
            </a:r>
            <a:endParaRPr dirty="0"/>
          </a:p>
        </p:txBody>
      </p:sp>
      <p:sp>
        <p:nvSpPr>
          <p:cNvPr id="1120" name="Google Shape;1120;p66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431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/>
              <a:t>Iterates through each object in the Pipeline</a:t>
            </a:r>
            <a:endParaRPr dirty="0"/>
          </a:p>
        </p:txBody>
      </p:sp>
      <p:sp>
        <p:nvSpPr>
          <p:cNvPr id="1121" name="Google Shape;1121;p66"/>
          <p:cNvSpPr txBox="1">
            <a:spLocks noGrp="1"/>
          </p:cNvSpPr>
          <p:nvPr>
            <p:ph type="body" idx="2"/>
          </p:nvPr>
        </p:nvSpPr>
        <p:spPr>
          <a:xfrm>
            <a:off x="462499" y="1200151"/>
            <a:ext cx="8231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indent="0">
              <a:buNone/>
            </a:pPr>
            <a:r>
              <a:rPr lang="en-US" sz="1200" dirty="0"/>
              <a:t>1..5 | </a:t>
            </a:r>
            <a:r>
              <a:rPr lang="en-US" sz="1200" dirty="0" err="1" smtClean="0">
                <a:solidFill>
                  <a:schemeClr val="accent6">
                    <a:lumMod val="50000"/>
                  </a:schemeClr>
                </a:solidFill>
              </a:rPr>
              <a:t>ForEach</a:t>
            </a:r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-Object </a:t>
            </a:r>
            <a:r>
              <a:rPr lang="en-US" sz="1200" dirty="0" smtClean="0"/>
              <a:t>{  </a:t>
            </a: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</a:rPr>
              <a:t># Note, this curly has to be on the same line as the </a:t>
            </a:r>
            <a:r>
              <a:rPr lang="en-US" sz="1200" dirty="0" err="1" smtClean="0">
                <a:solidFill>
                  <a:schemeClr val="bg1">
                    <a:lumMod val="65000"/>
                  </a:schemeClr>
                </a:solidFill>
              </a:rPr>
              <a:t>ForEach</a:t>
            </a: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</a:rPr>
              <a:t>-Object</a:t>
            </a:r>
            <a:endParaRPr lang="en-US" sz="1200" dirty="0">
              <a:solidFill>
                <a:schemeClr val="bg1">
                  <a:lumMod val="65000"/>
                </a:schemeClr>
              </a:solidFill>
            </a:endParaRPr>
          </a:p>
          <a:p>
            <a:pPr marL="139700" indent="0">
              <a:buNone/>
            </a:pPr>
            <a:r>
              <a:rPr lang="en-US" sz="1200" dirty="0" smtClean="0"/>
              <a:t>    $</a:t>
            </a:r>
            <a:r>
              <a:rPr lang="en-US" sz="1200" dirty="0"/>
              <a:t>Number = </a:t>
            </a:r>
            <a:r>
              <a:rPr lang="en-US" sz="12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$_</a:t>
            </a:r>
          </a:p>
          <a:p>
            <a:pPr marL="139700" indent="0">
              <a:buNone/>
            </a:pP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</a:rPr>
              <a:t>   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# Set the name of the new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vm</a:t>
            </a:r>
            <a:endParaRPr 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200" dirty="0" smtClean="0"/>
              <a:t>    $</a:t>
            </a:r>
            <a:r>
              <a:rPr lang="en-US" sz="1200" dirty="0" err="1"/>
              <a:t>vmName</a:t>
            </a:r>
            <a:r>
              <a:rPr lang="en-US" sz="1200" dirty="0"/>
              <a:t> = “test_” + 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$Number</a:t>
            </a:r>
            <a:r>
              <a:rPr lang="en-US" sz="1200" dirty="0"/>
              <a:t>    </a:t>
            </a:r>
            <a:endParaRPr lang="en-US" sz="1200" dirty="0" smtClean="0"/>
          </a:p>
          <a:p>
            <a:pPr marL="139700" indent="0">
              <a:buNone/>
            </a:pP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</a:rPr>
              <a:t>   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# Splat the parameters</a:t>
            </a:r>
            <a:endParaRPr lang="en-US" sz="1200" dirty="0"/>
          </a:p>
          <a:p>
            <a:pPr marL="139700" indent="0"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n-US" sz="12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2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Params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= @{</a:t>
            </a:r>
          </a:p>
          <a:p>
            <a:pPr marL="139700" indent="0"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       </a:t>
            </a:r>
            <a:r>
              <a:rPr lang="en-US" sz="1200" dirty="0">
                <a:solidFill>
                  <a:schemeClr val="tx1"/>
                </a:solidFill>
              </a:rPr>
              <a:t>Name = 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2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vmName</a:t>
            </a:r>
            <a:endParaRPr 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       </a:t>
            </a:r>
            <a:r>
              <a:rPr lang="en-US" sz="1200" dirty="0">
                <a:solidFill>
                  <a:schemeClr val="tx1"/>
                </a:solidFill>
              </a:rPr>
              <a:t>VM = “base”</a:t>
            </a:r>
          </a:p>
          <a:p>
            <a:pPr marL="13970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       </a:t>
            </a:r>
            <a:r>
              <a:rPr lang="en-US" sz="1200" dirty="0" err="1">
                <a:solidFill>
                  <a:schemeClr val="tx1"/>
                </a:solidFill>
              </a:rPr>
              <a:t>Datastore</a:t>
            </a:r>
            <a:r>
              <a:rPr lang="en-US" sz="1200" dirty="0">
                <a:solidFill>
                  <a:schemeClr val="tx1"/>
                </a:solidFill>
              </a:rPr>
              <a:t> = “</a:t>
            </a:r>
            <a:r>
              <a:rPr lang="en-US" sz="1200" dirty="0" err="1">
                <a:solidFill>
                  <a:schemeClr val="tx1"/>
                </a:solidFill>
              </a:rPr>
              <a:t>vSan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  <a:p>
            <a:pPr marL="13970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       </a:t>
            </a:r>
            <a:r>
              <a:rPr lang="en-US" sz="1200" dirty="0" err="1">
                <a:solidFill>
                  <a:schemeClr val="tx1"/>
                </a:solidFill>
              </a:rPr>
              <a:t>LinkedClone</a:t>
            </a:r>
            <a:r>
              <a:rPr lang="en-US" sz="1200" dirty="0">
                <a:solidFill>
                  <a:schemeClr val="tx1"/>
                </a:solidFill>
              </a:rPr>
              <a:t> = 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$true</a:t>
            </a:r>
          </a:p>
          <a:p>
            <a:pPr marL="139700" indent="0"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       </a:t>
            </a:r>
            <a:r>
              <a:rPr lang="en-US" sz="1200" dirty="0" err="1">
                <a:solidFill>
                  <a:schemeClr val="tx1"/>
                </a:solidFill>
              </a:rPr>
              <a:t>ReferenceSnapShot</a:t>
            </a:r>
            <a:r>
              <a:rPr lang="en-US" sz="1200" dirty="0">
                <a:solidFill>
                  <a:schemeClr val="tx1"/>
                </a:solidFill>
              </a:rPr>
              <a:t> = “base”</a:t>
            </a:r>
          </a:p>
          <a:p>
            <a:pPr marL="13970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       </a:t>
            </a:r>
            <a:r>
              <a:rPr lang="en-US" sz="1200" dirty="0" err="1">
                <a:solidFill>
                  <a:schemeClr val="tx1"/>
                </a:solidFill>
              </a:rPr>
              <a:t>VMHost</a:t>
            </a:r>
            <a:r>
              <a:rPr lang="en-US" sz="1200" dirty="0">
                <a:solidFill>
                  <a:schemeClr val="tx1"/>
                </a:solidFill>
              </a:rPr>
              <a:t> = 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2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vmhost</a:t>
            </a:r>
            <a:endParaRPr 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   </a:t>
            </a:r>
            <a:r>
              <a:rPr lang="en-US" sz="1200" dirty="0">
                <a:solidFill>
                  <a:schemeClr val="tx1"/>
                </a:solidFill>
              </a:rPr>
              <a:t>}</a:t>
            </a:r>
          </a:p>
          <a:p>
            <a:pPr marL="139700" indent="0"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   # Create the new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vm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as a linked clone</a:t>
            </a:r>
            <a:endParaRPr lang="en-US" sz="1200" dirty="0">
              <a:solidFill>
                <a:schemeClr val="tx1"/>
              </a:solidFill>
            </a:endParaRPr>
          </a:p>
          <a:p>
            <a:pPr marL="139700" indent="0">
              <a:buNone/>
            </a:pPr>
            <a:r>
              <a:rPr lang="en-US" sz="1200" dirty="0"/>
              <a:t>   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New-VM </a:t>
            </a:r>
            <a:r>
              <a:rPr lang="en-US" sz="1200" dirty="0">
                <a:solidFill>
                  <a:schemeClr val="tx1"/>
                </a:solidFill>
              </a:rPr>
              <a:t>@</a:t>
            </a:r>
            <a:r>
              <a:rPr lang="en-US" sz="1200" dirty="0" err="1" smtClean="0">
                <a:solidFill>
                  <a:schemeClr val="tx1"/>
                </a:solidFill>
              </a:rPr>
              <a:t>Params</a:t>
            </a:r>
            <a:endParaRPr lang="en-US" sz="1200" dirty="0" smtClean="0">
              <a:solidFill>
                <a:schemeClr val="tx1"/>
              </a:solidFill>
            </a:endParaRPr>
          </a:p>
          <a:p>
            <a:pPr marL="139700" indent="0">
              <a:buNone/>
            </a:pPr>
            <a:r>
              <a:rPr lang="en-US" sz="1200" dirty="0" smtClean="0"/>
              <a:t>}</a:t>
            </a: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259" y="1520524"/>
            <a:ext cx="2118783" cy="2124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47988" y="3645521"/>
            <a:ext cx="2038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Code and deck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430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6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</a:pPr>
            <a:r>
              <a:rPr lang="en-US" dirty="0" err="1" smtClean="0"/>
              <a:t>Foreach</a:t>
            </a:r>
            <a:endParaRPr dirty="0"/>
          </a:p>
        </p:txBody>
      </p:sp>
      <p:sp>
        <p:nvSpPr>
          <p:cNvPr id="1120" name="Google Shape;1120;p66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431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/>
              <a:t>Iterates through each item in a collection (arrays, lists)</a:t>
            </a:r>
            <a:endParaRPr dirty="0"/>
          </a:p>
        </p:txBody>
      </p:sp>
      <p:sp>
        <p:nvSpPr>
          <p:cNvPr id="1121" name="Google Shape;1121;p66"/>
          <p:cNvSpPr txBox="1">
            <a:spLocks noGrp="1"/>
          </p:cNvSpPr>
          <p:nvPr>
            <p:ph type="body" idx="2"/>
          </p:nvPr>
        </p:nvSpPr>
        <p:spPr>
          <a:xfrm>
            <a:off x="462499" y="1200151"/>
            <a:ext cx="8231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indent="0">
              <a:buNone/>
            </a:pPr>
            <a:r>
              <a:rPr lang="en-US" sz="12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200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NumberList</a:t>
            </a:r>
            <a:r>
              <a:rPr lang="en-US" sz="12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200" dirty="0"/>
              <a:t>= 1..5</a:t>
            </a:r>
          </a:p>
          <a:p>
            <a:pPr marL="139700" indent="0">
              <a:buNone/>
            </a:pPr>
            <a:r>
              <a:rPr lang="en-US" sz="1200" dirty="0" err="1" smtClean="0">
                <a:solidFill>
                  <a:schemeClr val="accent6">
                    <a:lumMod val="50000"/>
                  </a:schemeClr>
                </a:solidFill>
              </a:rPr>
              <a:t>foreach</a:t>
            </a:r>
            <a:r>
              <a:rPr lang="en-US" sz="1200" dirty="0">
                <a:solidFill>
                  <a:schemeClr val="tx1"/>
                </a:solidFill>
              </a:rPr>
              <a:t>(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$Number </a:t>
            </a:r>
            <a:r>
              <a:rPr lang="en-US" sz="1200" dirty="0"/>
              <a:t>in 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2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NumberList</a:t>
            </a:r>
            <a:r>
              <a:rPr lang="en-US" sz="1200" dirty="0"/>
              <a:t>)</a:t>
            </a:r>
          </a:p>
          <a:p>
            <a:pPr marL="139700" indent="0">
              <a:buNone/>
            </a:pPr>
            <a:r>
              <a:rPr lang="en-US" sz="1200" dirty="0"/>
              <a:t>{</a:t>
            </a:r>
          </a:p>
          <a:p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</a:rPr>
              <a:t>#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Set the name of the new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vm</a:t>
            </a:r>
            <a:endParaRPr lang="en-US" sz="1200" dirty="0" smtClean="0"/>
          </a:p>
          <a:p>
            <a:r>
              <a:rPr lang="en-US" sz="1200" dirty="0" smtClean="0"/>
              <a:t>$</a:t>
            </a:r>
            <a:r>
              <a:rPr lang="en-US" sz="1200" dirty="0" err="1"/>
              <a:t>vmName</a:t>
            </a:r>
            <a:r>
              <a:rPr lang="en-US" sz="1200" dirty="0"/>
              <a:t> = “test_” + 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$Number</a:t>
            </a:r>
            <a:r>
              <a:rPr lang="en-US" sz="1200" dirty="0"/>
              <a:t>    </a:t>
            </a:r>
            <a:endParaRPr lang="en-US" sz="1200" dirty="0" smtClean="0"/>
          </a:p>
          <a:p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</a:rPr>
              <a:t>#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Splat the parameters</a:t>
            </a:r>
            <a:endParaRPr lang="en-US" sz="1200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12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2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Params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= @{</a:t>
            </a:r>
          </a:p>
          <a:p>
            <a:pPr marL="139700" indent="0"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       </a:t>
            </a: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n-US" sz="1200" dirty="0" smtClean="0">
                <a:solidFill>
                  <a:schemeClr val="tx1"/>
                </a:solidFill>
              </a:rPr>
              <a:t>Name </a:t>
            </a:r>
            <a:r>
              <a:rPr lang="en-US" sz="1200" dirty="0">
                <a:solidFill>
                  <a:schemeClr val="tx1"/>
                </a:solidFill>
              </a:rPr>
              <a:t>= 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2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vmName</a:t>
            </a:r>
            <a:endParaRPr 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</a:rPr>
              <a:t>           </a:t>
            </a:r>
            <a:r>
              <a:rPr lang="en-US" sz="1200" dirty="0" smtClean="0">
                <a:solidFill>
                  <a:schemeClr val="tx1"/>
                </a:solidFill>
              </a:rPr>
              <a:t>VM </a:t>
            </a:r>
            <a:r>
              <a:rPr lang="en-US" sz="1200" dirty="0">
                <a:solidFill>
                  <a:schemeClr val="tx1"/>
                </a:solidFill>
              </a:rPr>
              <a:t>= “base”</a:t>
            </a:r>
          </a:p>
          <a:p>
            <a:pPr marL="13970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     </a:t>
            </a:r>
            <a:r>
              <a:rPr lang="en-US" sz="1200" dirty="0" smtClean="0">
                <a:solidFill>
                  <a:schemeClr val="tx1"/>
                </a:solidFill>
              </a:rPr>
              <a:t>     </a:t>
            </a:r>
            <a:r>
              <a:rPr lang="en-US" sz="1200" dirty="0" err="1" smtClean="0">
                <a:solidFill>
                  <a:schemeClr val="tx1"/>
                </a:solidFill>
              </a:rPr>
              <a:t>Datastore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= “</a:t>
            </a:r>
            <a:r>
              <a:rPr lang="en-US" sz="1200" dirty="0" err="1">
                <a:solidFill>
                  <a:schemeClr val="tx1"/>
                </a:solidFill>
              </a:rPr>
              <a:t>vSan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  <a:p>
            <a:pPr marL="139700" indent="0">
              <a:buNone/>
            </a:pPr>
            <a:r>
              <a:rPr lang="en-US" sz="1200" dirty="0" smtClean="0">
                <a:solidFill>
                  <a:schemeClr val="tx1"/>
                </a:solidFill>
              </a:rPr>
              <a:t>           </a:t>
            </a:r>
            <a:r>
              <a:rPr lang="en-US" sz="1200" dirty="0" err="1" smtClean="0">
                <a:solidFill>
                  <a:schemeClr val="tx1"/>
                </a:solidFill>
              </a:rPr>
              <a:t>LinkedClone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= 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$true</a:t>
            </a:r>
          </a:p>
          <a:p>
            <a:pPr marL="139700" indent="0"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     </a:t>
            </a: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</a:rPr>
              <a:t>     </a:t>
            </a:r>
            <a:r>
              <a:rPr lang="en-US" sz="1200" dirty="0" err="1" smtClean="0">
                <a:solidFill>
                  <a:schemeClr val="tx1"/>
                </a:solidFill>
              </a:rPr>
              <a:t>ReferenceSnapShot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= “base”</a:t>
            </a:r>
          </a:p>
          <a:p>
            <a:pPr marL="139700" indent="0">
              <a:buNone/>
            </a:pPr>
            <a:r>
              <a:rPr lang="en-US" sz="1200" dirty="0" smtClean="0">
                <a:solidFill>
                  <a:schemeClr val="tx1"/>
                </a:solidFill>
              </a:rPr>
              <a:t>           </a:t>
            </a:r>
            <a:r>
              <a:rPr lang="en-US" sz="1200" dirty="0" err="1" smtClean="0">
                <a:solidFill>
                  <a:schemeClr val="tx1"/>
                </a:solidFill>
              </a:rPr>
              <a:t>VMHost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= 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2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vmhost</a:t>
            </a:r>
            <a:endParaRPr 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n-US" sz="1200" dirty="0" smtClean="0">
                <a:solidFill>
                  <a:schemeClr val="tx1"/>
                </a:solidFill>
              </a:rPr>
              <a:t>}</a:t>
            </a:r>
            <a:endParaRPr lang="en-US" sz="1200" dirty="0">
              <a:solidFill>
                <a:schemeClr val="tx1"/>
              </a:solidFill>
            </a:endParaRPr>
          </a:p>
          <a:p>
            <a:pPr marL="139700" indent="0"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</a:rPr>
              <a:t>   #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Create the new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vm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as a linked clone</a:t>
            </a:r>
            <a:endParaRPr lang="en-US" sz="1200" dirty="0">
              <a:solidFill>
                <a:schemeClr val="tx1"/>
              </a:solidFill>
            </a:endParaRPr>
          </a:p>
          <a:p>
            <a:pPr marL="139700" indent="0">
              <a:buNone/>
            </a:pPr>
            <a:r>
              <a:rPr lang="en-US" sz="1200" dirty="0"/>
              <a:t>    </a:t>
            </a:r>
            <a:r>
              <a:rPr lang="en-US" sz="1200" dirty="0" smtClean="0"/>
              <a:t>   </a:t>
            </a:r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New-VM </a:t>
            </a:r>
            <a:r>
              <a:rPr lang="en-US" sz="1200" dirty="0">
                <a:solidFill>
                  <a:schemeClr val="tx1"/>
                </a:solidFill>
              </a:rPr>
              <a:t>@</a:t>
            </a:r>
            <a:r>
              <a:rPr lang="en-US" sz="1200" dirty="0" err="1" smtClean="0">
                <a:solidFill>
                  <a:schemeClr val="tx1"/>
                </a:solidFill>
              </a:rPr>
              <a:t>Params</a:t>
            </a: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dirty="0" smtClean="0"/>
              <a:t>   }</a:t>
            </a:r>
            <a:endParaRPr sz="1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259" y="1520524"/>
            <a:ext cx="2118783" cy="2124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47988" y="3645521"/>
            <a:ext cx="2038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Code and deck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33908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6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</a:pPr>
            <a:r>
              <a:rPr lang="en-US" dirty="0" smtClean="0"/>
              <a:t>While</a:t>
            </a:r>
            <a:endParaRPr dirty="0"/>
          </a:p>
        </p:txBody>
      </p:sp>
      <p:sp>
        <p:nvSpPr>
          <p:cNvPr id="1120" name="Google Shape;1120;p66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431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/>
              <a:t>Iterates through a loop while a condition is true</a:t>
            </a:r>
            <a:endParaRPr dirty="0"/>
          </a:p>
        </p:txBody>
      </p:sp>
      <p:sp>
        <p:nvSpPr>
          <p:cNvPr id="1121" name="Google Shape;1121;p66"/>
          <p:cNvSpPr txBox="1">
            <a:spLocks noGrp="1"/>
          </p:cNvSpPr>
          <p:nvPr>
            <p:ph type="body" idx="2"/>
          </p:nvPr>
        </p:nvSpPr>
        <p:spPr>
          <a:xfrm>
            <a:off x="462499" y="934423"/>
            <a:ext cx="8231700" cy="3694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indent="0">
              <a:buNone/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NumberOfVms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00" dirty="0"/>
              <a:t>= 5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vmCount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00" dirty="0"/>
              <a:t>= 0</a:t>
            </a:r>
          </a:p>
          <a:p>
            <a:pPr marL="139700" indent="0">
              <a:buNone/>
            </a:pPr>
            <a:endParaRPr lang="en-US" sz="1000" dirty="0"/>
          </a:p>
          <a:p>
            <a:pPr marL="139700" indent="0">
              <a:buNone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# Will only run the code inside the loop if this statement is true.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accent6">
                    <a:lumMod val="50000"/>
                  </a:schemeClr>
                </a:solidFill>
              </a:rPr>
              <a:t>While</a:t>
            </a:r>
            <a:r>
              <a:rPr lang="en-US" sz="1000" dirty="0"/>
              <a:t> </a:t>
            </a:r>
            <a:r>
              <a:rPr lang="en-US" sz="1000" dirty="0">
                <a:solidFill>
                  <a:schemeClr val="tx1"/>
                </a:solidFill>
              </a:rPr>
              <a:t>(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vmCount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00" dirty="0"/>
              <a:t>-</a:t>
            </a:r>
            <a:r>
              <a:rPr lang="en-US" sz="1000" dirty="0" err="1"/>
              <a:t>lt</a:t>
            </a:r>
            <a:r>
              <a:rPr lang="en-US" sz="1000" dirty="0"/>
              <a:t> 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NumberOfVms</a:t>
            </a:r>
            <a:r>
              <a:rPr lang="en-US" sz="1000" dirty="0"/>
              <a:t>)</a:t>
            </a:r>
          </a:p>
          <a:p>
            <a:pPr marL="139700" indent="0">
              <a:buNone/>
            </a:pPr>
            <a:r>
              <a:rPr lang="en-US" sz="1000" dirty="0"/>
              <a:t>{</a:t>
            </a:r>
          </a:p>
          <a:p>
            <a:pPr marL="139700" indent="0">
              <a:buNone/>
            </a:pPr>
            <a:r>
              <a:rPr lang="en-US" sz="1000" dirty="0"/>
              <a:t> </a:t>
            </a:r>
            <a:r>
              <a:rPr lang="en-US" sz="1000" dirty="0" smtClean="0"/>
              <a:t>   </a:t>
            </a:r>
            <a:r>
              <a:rPr lang="en-US" sz="10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vmName</a:t>
            </a:r>
            <a:r>
              <a:rPr lang="en-US" sz="1000" dirty="0"/>
              <a:t> = “test_” + 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vmCount</a:t>
            </a:r>
            <a:endParaRPr 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000" dirty="0" smtClean="0">
                <a:solidFill>
                  <a:schemeClr val="bg1">
                    <a:lumMod val="65000"/>
                  </a:schemeClr>
                </a:solidFill>
              </a:rPr>
              <a:t>    #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Splat the parameters</a:t>
            </a:r>
            <a:endParaRPr 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0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Params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00" dirty="0">
                <a:solidFill>
                  <a:schemeClr val="tx1"/>
                </a:solidFill>
              </a:rPr>
              <a:t>= @{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          </a:t>
            </a:r>
            <a:r>
              <a:rPr lang="en-US" sz="1000" dirty="0">
                <a:solidFill>
                  <a:schemeClr val="tx1"/>
                </a:solidFill>
              </a:rPr>
              <a:t>Name = 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vmName</a:t>
            </a:r>
            <a:endParaRPr 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          </a:t>
            </a:r>
            <a:r>
              <a:rPr lang="en-US" sz="1000" dirty="0">
                <a:solidFill>
                  <a:schemeClr val="tx1"/>
                </a:solidFill>
              </a:rPr>
              <a:t>VM = “base”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           </a:t>
            </a:r>
            <a:r>
              <a:rPr lang="en-US" sz="1000" dirty="0" err="1">
                <a:solidFill>
                  <a:schemeClr val="tx1"/>
                </a:solidFill>
              </a:rPr>
              <a:t>Datastore</a:t>
            </a:r>
            <a:r>
              <a:rPr lang="en-US" sz="1000" dirty="0">
                <a:solidFill>
                  <a:schemeClr val="tx1"/>
                </a:solidFill>
              </a:rPr>
              <a:t> = “</a:t>
            </a:r>
            <a:r>
              <a:rPr lang="en-US" sz="1000" dirty="0" err="1">
                <a:solidFill>
                  <a:schemeClr val="tx1"/>
                </a:solidFill>
              </a:rPr>
              <a:t>vSan</a:t>
            </a:r>
            <a:r>
              <a:rPr lang="en-US" sz="1000" dirty="0">
                <a:solidFill>
                  <a:schemeClr val="tx1"/>
                </a:solidFill>
              </a:rPr>
              <a:t>”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           </a:t>
            </a:r>
            <a:r>
              <a:rPr lang="en-US" sz="1000" dirty="0" err="1">
                <a:solidFill>
                  <a:schemeClr val="tx1"/>
                </a:solidFill>
              </a:rPr>
              <a:t>LinkedClone</a:t>
            </a:r>
            <a:r>
              <a:rPr lang="en-US" sz="1000" dirty="0">
                <a:solidFill>
                  <a:schemeClr val="tx1"/>
                </a:solidFill>
              </a:rPr>
              <a:t> = 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$true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          </a:t>
            </a:r>
            <a:r>
              <a:rPr lang="en-US" sz="1000" dirty="0" err="1">
                <a:solidFill>
                  <a:schemeClr val="tx1"/>
                </a:solidFill>
              </a:rPr>
              <a:t>ReferenceSnapShot</a:t>
            </a:r>
            <a:r>
              <a:rPr lang="en-US" sz="1000" dirty="0">
                <a:solidFill>
                  <a:schemeClr val="tx1"/>
                </a:solidFill>
              </a:rPr>
              <a:t> = “base”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           </a:t>
            </a:r>
            <a:r>
              <a:rPr lang="en-US" sz="1000" dirty="0" err="1">
                <a:solidFill>
                  <a:schemeClr val="tx1"/>
                </a:solidFill>
              </a:rPr>
              <a:t>VMHost</a:t>
            </a:r>
            <a:r>
              <a:rPr lang="en-US" sz="1000" dirty="0">
                <a:solidFill>
                  <a:schemeClr val="tx1"/>
                </a:solidFill>
              </a:rPr>
              <a:t> = 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vmhost</a:t>
            </a:r>
            <a:endParaRPr lang="en-US" sz="1000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  </a:t>
            </a:r>
            <a:r>
              <a:rPr lang="en-US" sz="1000" dirty="0" smtClean="0">
                <a:solidFill>
                  <a:schemeClr val="tx1"/>
                </a:solidFill>
              </a:rPr>
              <a:t>}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smtClean="0">
                <a:solidFill>
                  <a:schemeClr val="tx1"/>
                </a:solidFill>
              </a:rPr>
              <a:t>   </a:t>
            </a:r>
            <a:r>
              <a:rPr lang="en-US" sz="1000" dirty="0" smtClean="0">
                <a:solidFill>
                  <a:schemeClr val="bg1">
                    <a:lumMod val="65000"/>
                  </a:schemeClr>
                </a:solidFill>
              </a:rPr>
              <a:t>#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Create the new </a:t>
            </a:r>
            <a:r>
              <a:rPr lang="en-US" sz="1000" dirty="0" err="1">
                <a:solidFill>
                  <a:schemeClr val="bg1">
                    <a:lumMod val="65000"/>
                  </a:schemeClr>
                </a:solidFill>
              </a:rPr>
              <a:t>vm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as a linked clone</a:t>
            </a:r>
            <a:endParaRPr lang="en-US" sz="1000" dirty="0">
              <a:solidFill>
                <a:schemeClr val="tx1"/>
              </a:solidFill>
            </a:endParaRPr>
          </a:p>
          <a:p>
            <a:pPr marL="139700" indent="0">
              <a:buNone/>
            </a:pPr>
            <a:r>
              <a:rPr lang="en-US" sz="1000" dirty="0"/>
              <a:t>    </a:t>
            </a:r>
            <a:r>
              <a:rPr lang="en-US" sz="1000" dirty="0" smtClean="0">
                <a:solidFill>
                  <a:schemeClr val="accent6">
                    <a:lumMod val="50000"/>
                  </a:schemeClr>
                </a:solidFill>
              </a:rPr>
              <a:t>New-VM </a:t>
            </a:r>
            <a:r>
              <a:rPr lang="en-US" sz="1000" dirty="0">
                <a:solidFill>
                  <a:schemeClr val="tx1"/>
                </a:solidFill>
              </a:rPr>
              <a:t>@</a:t>
            </a:r>
            <a:r>
              <a:rPr lang="en-US" sz="1000" dirty="0" err="1">
                <a:solidFill>
                  <a:schemeClr val="tx1"/>
                </a:solidFill>
              </a:rPr>
              <a:t>Params</a:t>
            </a:r>
            <a:endParaRPr lang="en-US" sz="1000" dirty="0"/>
          </a:p>
          <a:p>
            <a:pPr marL="139700" indent="0">
              <a:buNone/>
            </a:pPr>
            <a:endParaRPr lang="en-US" sz="1000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139700" indent="0">
              <a:buNone/>
            </a:pPr>
            <a:r>
              <a:rPr lang="en-US" sz="1000" dirty="0" smtClean="0">
                <a:solidFill>
                  <a:schemeClr val="bg1">
                    <a:lumMod val="65000"/>
                  </a:schemeClr>
                </a:solidFill>
              </a:rPr>
              <a:t>    #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Increase the count (Or you will create </a:t>
            </a:r>
            <a:r>
              <a:rPr lang="en-US" sz="1000" dirty="0" err="1">
                <a:solidFill>
                  <a:schemeClr val="bg1">
                    <a:lumMod val="65000"/>
                  </a:schemeClr>
                </a:solidFill>
              </a:rPr>
              <a:t>vm's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FOREVER!)</a:t>
            </a:r>
          </a:p>
          <a:p>
            <a:pPr marL="139700" indent="0">
              <a:buNone/>
            </a:pPr>
            <a:r>
              <a:rPr lang="en-US" sz="10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vmCount</a:t>
            </a:r>
            <a:r>
              <a:rPr lang="en-US" sz="1000" dirty="0"/>
              <a:t>++</a:t>
            </a:r>
          </a:p>
          <a:p>
            <a:pPr marL="139700" indent="0">
              <a:buNone/>
            </a:pPr>
            <a:r>
              <a:rPr lang="en-US" sz="1000" dirty="0"/>
              <a:t>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259" y="1520524"/>
            <a:ext cx="2118783" cy="2124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47988" y="3645521"/>
            <a:ext cx="2038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Code and deck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349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6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</a:pPr>
            <a:r>
              <a:rPr lang="en-US" dirty="0" smtClean="0"/>
              <a:t>Do While</a:t>
            </a:r>
            <a:endParaRPr dirty="0"/>
          </a:p>
        </p:txBody>
      </p:sp>
      <p:sp>
        <p:nvSpPr>
          <p:cNvPr id="1120" name="Google Shape;1120;p66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431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/>
              <a:t>Executes the code block first, then checks the condition. This will run at least one time.</a:t>
            </a:r>
            <a:endParaRPr dirty="0"/>
          </a:p>
        </p:txBody>
      </p:sp>
      <p:sp>
        <p:nvSpPr>
          <p:cNvPr id="1121" name="Google Shape;1121;p66"/>
          <p:cNvSpPr txBox="1">
            <a:spLocks noGrp="1"/>
          </p:cNvSpPr>
          <p:nvPr>
            <p:ph type="body" idx="2"/>
          </p:nvPr>
        </p:nvSpPr>
        <p:spPr>
          <a:xfrm>
            <a:off x="462499" y="1200151"/>
            <a:ext cx="8231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indent="0">
              <a:buNone/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NumberOfVms</a:t>
            </a:r>
            <a:r>
              <a:rPr lang="en-US" sz="10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00" dirty="0"/>
              <a:t>= 5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vmCount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00" dirty="0"/>
              <a:t>= 0</a:t>
            </a:r>
          </a:p>
          <a:p>
            <a:pPr marL="139700" indent="0">
              <a:buNone/>
            </a:pPr>
            <a:endParaRPr lang="en-US" sz="1000" dirty="0"/>
          </a:p>
          <a:p>
            <a:pPr marL="139700" indent="0">
              <a:buNone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# Will always run the first time!</a:t>
            </a:r>
          </a:p>
          <a:p>
            <a:pPr marL="139700" indent="0">
              <a:buNone/>
            </a:pPr>
            <a:r>
              <a:rPr lang="en-US" sz="1000" dirty="0" smtClean="0"/>
              <a:t>Do</a:t>
            </a:r>
          </a:p>
          <a:p>
            <a:pPr marL="139700" indent="0">
              <a:buNone/>
            </a:pPr>
            <a:r>
              <a:rPr lang="en-US" sz="1000" dirty="0" smtClean="0"/>
              <a:t>{</a:t>
            </a:r>
            <a:endParaRPr lang="en-US" sz="1000" dirty="0"/>
          </a:p>
          <a:p>
            <a:pPr marL="139700" indent="0">
              <a:buNone/>
            </a:pPr>
            <a:r>
              <a:rPr lang="en-US" sz="1000" dirty="0"/>
              <a:t>    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vmName</a:t>
            </a:r>
            <a:r>
              <a:rPr lang="en-US" sz="1000" dirty="0"/>
              <a:t> = “test_” + 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vmCount</a:t>
            </a:r>
            <a:endParaRPr 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   # Splat the parameters</a:t>
            </a:r>
            <a:endParaRPr 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Params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00" dirty="0">
                <a:solidFill>
                  <a:schemeClr val="tx1"/>
                </a:solidFill>
              </a:rPr>
              <a:t>= @{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          </a:t>
            </a:r>
            <a:r>
              <a:rPr lang="en-US" sz="1000" dirty="0">
                <a:solidFill>
                  <a:schemeClr val="tx1"/>
                </a:solidFill>
              </a:rPr>
              <a:t>Name = 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vmName</a:t>
            </a:r>
            <a:endParaRPr 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          </a:t>
            </a:r>
            <a:r>
              <a:rPr lang="en-US" sz="1000" dirty="0">
                <a:solidFill>
                  <a:schemeClr val="tx1"/>
                </a:solidFill>
              </a:rPr>
              <a:t>VM = “base”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           </a:t>
            </a:r>
            <a:r>
              <a:rPr lang="en-US" sz="1000" dirty="0" err="1">
                <a:solidFill>
                  <a:schemeClr val="tx1"/>
                </a:solidFill>
              </a:rPr>
              <a:t>Datastore</a:t>
            </a:r>
            <a:r>
              <a:rPr lang="en-US" sz="1000" dirty="0">
                <a:solidFill>
                  <a:schemeClr val="tx1"/>
                </a:solidFill>
              </a:rPr>
              <a:t> = “</a:t>
            </a:r>
            <a:r>
              <a:rPr lang="en-US" sz="1000" dirty="0" err="1">
                <a:solidFill>
                  <a:schemeClr val="tx1"/>
                </a:solidFill>
              </a:rPr>
              <a:t>vSan</a:t>
            </a:r>
            <a:r>
              <a:rPr lang="en-US" sz="1000" dirty="0">
                <a:solidFill>
                  <a:schemeClr val="tx1"/>
                </a:solidFill>
              </a:rPr>
              <a:t>”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           </a:t>
            </a:r>
            <a:r>
              <a:rPr lang="en-US" sz="1000" dirty="0" err="1">
                <a:solidFill>
                  <a:schemeClr val="tx1"/>
                </a:solidFill>
              </a:rPr>
              <a:t>LinkedClone</a:t>
            </a:r>
            <a:r>
              <a:rPr lang="en-US" sz="1000" dirty="0">
                <a:solidFill>
                  <a:schemeClr val="tx1"/>
                </a:solidFill>
              </a:rPr>
              <a:t> = 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$true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          </a:t>
            </a:r>
            <a:r>
              <a:rPr lang="en-US" sz="1000" dirty="0" err="1">
                <a:solidFill>
                  <a:schemeClr val="tx1"/>
                </a:solidFill>
              </a:rPr>
              <a:t>ReferenceSnapShot</a:t>
            </a:r>
            <a:r>
              <a:rPr lang="en-US" sz="1000" dirty="0">
                <a:solidFill>
                  <a:schemeClr val="tx1"/>
                </a:solidFill>
              </a:rPr>
              <a:t> = “base”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           </a:t>
            </a:r>
            <a:r>
              <a:rPr lang="en-US" sz="1000" dirty="0" err="1">
                <a:solidFill>
                  <a:schemeClr val="tx1"/>
                </a:solidFill>
              </a:rPr>
              <a:t>VMHost</a:t>
            </a:r>
            <a:r>
              <a:rPr lang="en-US" sz="1000" dirty="0">
                <a:solidFill>
                  <a:schemeClr val="tx1"/>
                </a:solidFill>
              </a:rPr>
              <a:t> = 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vmhost</a:t>
            </a:r>
            <a:endParaRPr 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1000" dirty="0">
                <a:solidFill>
                  <a:schemeClr val="tx1"/>
                </a:solidFill>
              </a:rPr>
              <a:t>}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# Create the new </a:t>
            </a:r>
            <a:r>
              <a:rPr lang="en-US" sz="1000" dirty="0" err="1">
                <a:solidFill>
                  <a:schemeClr val="bg1">
                    <a:lumMod val="65000"/>
                  </a:schemeClr>
                </a:solidFill>
              </a:rPr>
              <a:t>vm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as a linked clone</a:t>
            </a:r>
            <a:endParaRPr lang="en-US" sz="1000" dirty="0">
              <a:solidFill>
                <a:schemeClr val="tx1"/>
              </a:solidFill>
            </a:endParaRPr>
          </a:p>
          <a:p>
            <a:pPr marL="139700" indent="0">
              <a:buNone/>
            </a:pPr>
            <a:r>
              <a:rPr lang="en-US" sz="1000" dirty="0"/>
              <a:t>    </a:t>
            </a:r>
            <a:r>
              <a:rPr lang="en-US" sz="1000" dirty="0" smtClean="0">
                <a:solidFill>
                  <a:schemeClr val="accent6">
                    <a:lumMod val="50000"/>
                  </a:schemeClr>
                </a:solidFill>
              </a:rPr>
              <a:t>New-VM </a:t>
            </a:r>
            <a:r>
              <a:rPr lang="en-US" sz="1000" dirty="0">
                <a:solidFill>
                  <a:schemeClr val="tx1"/>
                </a:solidFill>
              </a:rPr>
              <a:t>@</a:t>
            </a:r>
            <a:r>
              <a:rPr lang="en-US" sz="1000" dirty="0" err="1">
                <a:solidFill>
                  <a:schemeClr val="tx1"/>
                </a:solidFill>
              </a:rPr>
              <a:t>Params</a:t>
            </a:r>
            <a:endParaRPr lang="en-US" sz="1000" dirty="0"/>
          </a:p>
          <a:p>
            <a:pPr marL="139700" indent="0">
              <a:buNone/>
            </a:pPr>
            <a:endParaRPr lang="en-US" sz="1000" dirty="0">
              <a:solidFill>
                <a:schemeClr val="bg1">
                  <a:lumMod val="65000"/>
                </a:schemeClr>
              </a:solidFill>
            </a:endParaRPr>
          </a:p>
          <a:p>
            <a:pPr marL="139700" indent="0">
              <a:buNone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   # Increase the count (Or you will create </a:t>
            </a:r>
            <a:r>
              <a:rPr lang="en-US" sz="1000" dirty="0" err="1">
                <a:solidFill>
                  <a:schemeClr val="bg1">
                    <a:lumMod val="65000"/>
                  </a:schemeClr>
                </a:solidFill>
              </a:rPr>
              <a:t>vm's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FOREVER!)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vmCount</a:t>
            </a:r>
            <a:r>
              <a:rPr lang="en-US" sz="1000" dirty="0"/>
              <a:t>++</a:t>
            </a:r>
          </a:p>
          <a:p>
            <a:pPr marL="139700" indent="0">
              <a:buNone/>
            </a:pPr>
            <a:r>
              <a:rPr lang="en-US" sz="1000" dirty="0" smtClean="0"/>
              <a:t>} </a:t>
            </a:r>
            <a:r>
              <a:rPr lang="en-US" sz="1000" dirty="0">
                <a:solidFill>
                  <a:schemeClr val="accent6">
                    <a:lumMod val="50000"/>
                  </a:schemeClr>
                </a:solidFill>
              </a:rPr>
              <a:t>While</a:t>
            </a:r>
            <a:r>
              <a:rPr lang="en-US" sz="1000" dirty="0"/>
              <a:t> </a:t>
            </a:r>
            <a:r>
              <a:rPr lang="en-US" sz="1000" dirty="0">
                <a:solidFill>
                  <a:schemeClr val="tx1"/>
                </a:solidFill>
              </a:rPr>
              <a:t>(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vmCount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00" dirty="0"/>
              <a:t>-</a:t>
            </a:r>
            <a:r>
              <a:rPr lang="en-US" sz="1000" dirty="0" err="1"/>
              <a:t>lt</a:t>
            </a:r>
            <a:r>
              <a:rPr lang="en-US" sz="1000" dirty="0"/>
              <a:t> 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NumberOfVms</a:t>
            </a:r>
            <a:r>
              <a:rPr lang="en-US" sz="1000" dirty="0" smtClean="0"/>
              <a:t>)</a:t>
            </a:r>
            <a:endParaRPr lang="en-US" sz="1000" dirty="0"/>
          </a:p>
          <a:p>
            <a:endParaRPr lang="en-US" sz="1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259" y="1520524"/>
            <a:ext cx="2118783" cy="2124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47988" y="3645521"/>
            <a:ext cx="2038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Code and deck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10714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6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</a:pPr>
            <a:r>
              <a:rPr lang="en-US" dirty="0" smtClean="0"/>
              <a:t>Do Until</a:t>
            </a:r>
            <a:endParaRPr dirty="0"/>
          </a:p>
        </p:txBody>
      </p:sp>
      <p:sp>
        <p:nvSpPr>
          <p:cNvPr id="1120" name="Google Shape;1120;p66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431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/>
              <a:t>Iterates a block of code until a condition becomes true. Condition is checked after execution.</a:t>
            </a:r>
            <a:endParaRPr dirty="0"/>
          </a:p>
        </p:txBody>
      </p:sp>
      <p:sp>
        <p:nvSpPr>
          <p:cNvPr id="1121" name="Google Shape;1121;p66"/>
          <p:cNvSpPr txBox="1">
            <a:spLocks noGrp="1"/>
          </p:cNvSpPr>
          <p:nvPr>
            <p:ph type="body" idx="2"/>
          </p:nvPr>
        </p:nvSpPr>
        <p:spPr>
          <a:xfrm>
            <a:off x="462499" y="1200151"/>
            <a:ext cx="8231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indent="0">
              <a:buNone/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NumberOfVms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00" dirty="0"/>
              <a:t>= 5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vmCount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00" dirty="0"/>
              <a:t>= 0</a:t>
            </a:r>
          </a:p>
          <a:p>
            <a:pPr marL="139700" indent="0">
              <a:buNone/>
            </a:pPr>
            <a:endParaRPr lang="en-US" sz="1000" dirty="0"/>
          </a:p>
          <a:p>
            <a:pPr marL="139700" indent="0">
              <a:buNone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# Will always run the first time!</a:t>
            </a:r>
          </a:p>
          <a:p>
            <a:pPr marL="139700" indent="0">
              <a:buNone/>
            </a:pPr>
            <a:r>
              <a:rPr lang="en-US" sz="1000" dirty="0"/>
              <a:t>Do</a:t>
            </a:r>
          </a:p>
          <a:p>
            <a:pPr marL="139700" indent="0">
              <a:buNone/>
            </a:pPr>
            <a:r>
              <a:rPr lang="en-US" sz="1000" dirty="0"/>
              <a:t>{</a:t>
            </a:r>
          </a:p>
          <a:p>
            <a:pPr marL="139700" indent="0">
              <a:buNone/>
            </a:pPr>
            <a:r>
              <a:rPr lang="en-US" sz="1000" dirty="0"/>
              <a:t>    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vmName</a:t>
            </a:r>
            <a:r>
              <a:rPr lang="en-US" sz="1000" dirty="0"/>
              <a:t> = “test_” + 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vmCount</a:t>
            </a:r>
            <a:endParaRPr 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   # Splat the parameters</a:t>
            </a:r>
            <a:endParaRPr 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Params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00" dirty="0">
                <a:solidFill>
                  <a:schemeClr val="tx1"/>
                </a:solidFill>
              </a:rPr>
              <a:t>= @{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          </a:t>
            </a:r>
            <a:r>
              <a:rPr lang="en-US" sz="1000" dirty="0">
                <a:solidFill>
                  <a:schemeClr val="tx1"/>
                </a:solidFill>
              </a:rPr>
              <a:t>Name = 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vmName</a:t>
            </a:r>
            <a:endParaRPr 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          </a:t>
            </a:r>
            <a:r>
              <a:rPr lang="en-US" sz="1000" dirty="0">
                <a:solidFill>
                  <a:schemeClr val="tx1"/>
                </a:solidFill>
              </a:rPr>
              <a:t>VM = “base”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           </a:t>
            </a:r>
            <a:r>
              <a:rPr lang="en-US" sz="1000" dirty="0" err="1">
                <a:solidFill>
                  <a:schemeClr val="tx1"/>
                </a:solidFill>
              </a:rPr>
              <a:t>Datastore</a:t>
            </a:r>
            <a:r>
              <a:rPr lang="en-US" sz="1000" dirty="0">
                <a:solidFill>
                  <a:schemeClr val="tx1"/>
                </a:solidFill>
              </a:rPr>
              <a:t> = “</a:t>
            </a:r>
            <a:r>
              <a:rPr lang="en-US" sz="1000" dirty="0" err="1">
                <a:solidFill>
                  <a:schemeClr val="tx1"/>
                </a:solidFill>
              </a:rPr>
              <a:t>vSan</a:t>
            </a:r>
            <a:r>
              <a:rPr lang="en-US" sz="1000" dirty="0">
                <a:solidFill>
                  <a:schemeClr val="tx1"/>
                </a:solidFill>
              </a:rPr>
              <a:t>”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           </a:t>
            </a:r>
            <a:r>
              <a:rPr lang="en-US" sz="1000" dirty="0" err="1">
                <a:solidFill>
                  <a:schemeClr val="tx1"/>
                </a:solidFill>
              </a:rPr>
              <a:t>LinkedClone</a:t>
            </a:r>
            <a:r>
              <a:rPr lang="en-US" sz="1000" dirty="0">
                <a:solidFill>
                  <a:schemeClr val="tx1"/>
                </a:solidFill>
              </a:rPr>
              <a:t> = 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$true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          </a:t>
            </a:r>
            <a:r>
              <a:rPr lang="en-US" sz="1000" dirty="0" err="1">
                <a:solidFill>
                  <a:schemeClr val="tx1"/>
                </a:solidFill>
              </a:rPr>
              <a:t>ReferenceSnapShot</a:t>
            </a:r>
            <a:r>
              <a:rPr lang="en-US" sz="1000" dirty="0">
                <a:solidFill>
                  <a:schemeClr val="tx1"/>
                </a:solidFill>
              </a:rPr>
              <a:t> = “base”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           </a:t>
            </a:r>
            <a:r>
              <a:rPr lang="en-US" sz="1000" dirty="0" err="1">
                <a:solidFill>
                  <a:schemeClr val="tx1"/>
                </a:solidFill>
              </a:rPr>
              <a:t>VMHost</a:t>
            </a:r>
            <a:r>
              <a:rPr lang="en-US" sz="1000" dirty="0">
                <a:solidFill>
                  <a:schemeClr val="tx1"/>
                </a:solidFill>
              </a:rPr>
              <a:t> = 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vmhost</a:t>
            </a:r>
            <a:endParaRPr 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39700" indent="0">
              <a:buNone/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1000" dirty="0">
                <a:solidFill>
                  <a:schemeClr val="tx1"/>
                </a:solidFill>
              </a:rPr>
              <a:t>}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# Create the new </a:t>
            </a:r>
            <a:r>
              <a:rPr lang="en-US" sz="1000" dirty="0" err="1">
                <a:solidFill>
                  <a:schemeClr val="bg1">
                    <a:lumMod val="65000"/>
                  </a:schemeClr>
                </a:solidFill>
              </a:rPr>
              <a:t>vm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as a linked clone</a:t>
            </a:r>
            <a:endParaRPr lang="en-US" sz="1000" dirty="0">
              <a:solidFill>
                <a:schemeClr val="tx1"/>
              </a:solidFill>
            </a:endParaRPr>
          </a:p>
          <a:p>
            <a:pPr marL="139700" indent="0">
              <a:buNone/>
            </a:pPr>
            <a:r>
              <a:rPr lang="en-US" sz="1000" dirty="0"/>
              <a:t>    </a:t>
            </a:r>
            <a:r>
              <a:rPr lang="en-US" sz="1000" dirty="0" smtClean="0">
                <a:solidFill>
                  <a:schemeClr val="accent6">
                    <a:lumMod val="50000"/>
                  </a:schemeClr>
                </a:solidFill>
              </a:rPr>
              <a:t>New-VM </a:t>
            </a:r>
            <a:r>
              <a:rPr lang="en-US" sz="1000" dirty="0">
                <a:solidFill>
                  <a:schemeClr val="tx1"/>
                </a:solidFill>
              </a:rPr>
              <a:t>@</a:t>
            </a:r>
            <a:r>
              <a:rPr lang="en-US" sz="1000" dirty="0" err="1">
                <a:solidFill>
                  <a:schemeClr val="tx1"/>
                </a:solidFill>
              </a:rPr>
              <a:t>Params</a:t>
            </a:r>
            <a:endParaRPr lang="en-US" sz="1000" dirty="0"/>
          </a:p>
          <a:p>
            <a:pPr marL="139700" indent="0">
              <a:buNone/>
            </a:pPr>
            <a:endParaRPr lang="en-US" sz="1000" dirty="0">
              <a:solidFill>
                <a:schemeClr val="bg1">
                  <a:lumMod val="65000"/>
                </a:schemeClr>
              </a:solidFill>
            </a:endParaRPr>
          </a:p>
          <a:p>
            <a:pPr marL="139700" indent="0">
              <a:buNone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   # Increase the count (Or you will create </a:t>
            </a:r>
            <a:r>
              <a:rPr lang="en-US" sz="1000" dirty="0" err="1">
                <a:solidFill>
                  <a:schemeClr val="bg1">
                    <a:lumMod val="65000"/>
                  </a:schemeClr>
                </a:solidFill>
              </a:rPr>
              <a:t>vm's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FOREVER!)</a:t>
            </a:r>
          </a:p>
          <a:p>
            <a:pPr marL="139700" indent="0">
              <a:buNone/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vmCount</a:t>
            </a:r>
            <a:r>
              <a:rPr lang="en-US" sz="1000" dirty="0"/>
              <a:t>++</a:t>
            </a:r>
          </a:p>
          <a:p>
            <a:pPr marL="139700" indent="0">
              <a:buNone/>
            </a:pPr>
            <a:r>
              <a:rPr lang="en-US" sz="1000" dirty="0"/>
              <a:t>} </a:t>
            </a:r>
            <a:r>
              <a:rPr lang="en-US" sz="1000" dirty="0" smtClean="0">
                <a:solidFill>
                  <a:schemeClr val="accent6">
                    <a:lumMod val="50000"/>
                  </a:schemeClr>
                </a:solidFill>
              </a:rPr>
              <a:t>Until</a:t>
            </a:r>
            <a:r>
              <a:rPr lang="en-US" sz="1000" dirty="0" smtClean="0"/>
              <a:t> </a:t>
            </a:r>
            <a:r>
              <a:rPr lang="en-US" sz="1000" dirty="0">
                <a:solidFill>
                  <a:schemeClr val="tx1"/>
                </a:solidFill>
              </a:rPr>
              <a:t>(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vmCount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00" dirty="0"/>
              <a:t>-</a:t>
            </a:r>
            <a:r>
              <a:rPr lang="en-US" sz="1000" dirty="0" err="1"/>
              <a:t>lt</a:t>
            </a:r>
            <a:r>
              <a:rPr lang="en-US" sz="1000" dirty="0"/>
              <a:t> </a:t>
            </a: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NumberOfVms</a:t>
            </a:r>
            <a:r>
              <a:rPr lang="en-US" sz="1000" dirty="0"/>
              <a:t>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259" y="1520524"/>
            <a:ext cx="2118783" cy="2124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47988" y="3645521"/>
            <a:ext cx="2038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Code and deck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45390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6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</a:pPr>
            <a:r>
              <a:rPr lang="en-US" dirty="0" smtClean="0"/>
              <a:t>Break</a:t>
            </a:r>
            <a:endParaRPr dirty="0"/>
          </a:p>
        </p:txBody>
      </p:sp>
      <p:sp>
        <p:nvSpPr>
          <p:cNvPr id="1120" name="Google Shape;1120;p66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431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/>
              <a:t>Exits the current iteration immediately</a:t>
            </a:r>
            <a:endParaRPr dirty="0"/>
          </a:p>
        </p:txBody>
      </p:sp>
      <p:sp>
        <p:nvSpPr>
          <p:cNvPr id="1121" name="Google Shape;1121;p66"/>
          <p:cNvSpPr txBox="1">
            <a:spLocks noGrp="1"/>
          </p:cNvSpPr>
          <p:nvPr>
            <p:ph type="body" idx="2"/>
          </p:nvPr>
        </p:nvSpPr>
        <p:spPr>
          <a:xfrm>
            <a:off x="462499" y="1200151"/>
            <a:ext cx="8231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indent="0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$numbers </a:t>
            </a:r>
            <a:r>
              <a:rPr lang="en-US" dirty="0"/>
              <a:t>= 1..</a:t>
            </a:r>
            <a:r>
              <a:rPr lang="en-US" dirty="0" smtClean="0"/>
              <a:t>50</a:t>
            </a:r>
            <a:endParaRPr lang="en-US" dirty="0"/>
          </a:p>
          <a:p>
            <a:pPr marL="139700" indent="0">
              <a:buNone/>
            </a:pP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foreach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($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num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/>
              <a:t>in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$numbers</a:t>
            </a:r>
            <a:r>
              <a:rPr lang="en-US" dirty="0"/>
              <a:t>) </a:t>
            </a:r>
            <a:r>
              <a:rPr lang="en-US" dirty="0" smtClean="0"/>
              <a:t>{</a:t>
            </a:r>
            <a:endParaRPr lang="en-US" dirty="0"/>
          </a:p>
          <a:p>
            <a:pPr marL="139700" indent="0">
              <a:buNone/>
            </a:pPr>
            <a:r>
              <a:rPr lang="en-US" dirty="0" smtClean="0"/>
              <a:t>   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if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($</a:t>
            </a:r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num</a:t>
            </a:r>
            <a:r>
              <a:rPr lang="en-US" dirty="0" smtClean="0"/>
              <a:t> –</a:t>
            </a:r>
            <a:r>
              <a:rPr lang="en-US" dirty="0" err="1" smtClean="0"/>
              <a:t>gt</a:t>
            </a:r>
            <a:r>
              <a:rPr lang="en-US" dirty="0" smtClean="0"/>
              <a:t> 5)</a:t>
            </a:r>
          </a:p>
          <a:p>
            <a:pPr marL="139700" indent="0">
              <a:buNone/>
            </a:pPr>
            <a:r>
              <a:rPr lang="en-US" dirty="0" smtClean="0"/>
              <a:t>    {</a:t>
            </a:r>
          </a:p>
          <a:p>
            <a:pPr marL="139700" indent="0">
              <a:buNone/>
            </a:pPr>
            <a:r>
              <a:rPr lang="en-US" dirty="0" smtClean="0"/>
              <a:t>        # Break out of the loop</a:t>
            </a:r>
          </a:p>
          <a:p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Write-Output</a:t>
            </a:r>
            <a:r>
              <a:rPr lang="en-US" dirty="0" smtClean="0"/>
              <a:t> “Breaking the loop”</a:t>
            </a:r>
          </a:p>
          <a:p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Break</a:t>
            </a:r>
          </a:p>
          <a:p>
            <a:pPr marL="139700" indent="0">
              <a:buNone/>
            </a:pPr>
            <a:r>
              <a:rPr lang="en-US" dirty="0" smtClean="0"/>
              <a:t>    }</a:t>
            </a:r>
          </a:p>
          <a:p>
            <a:pPr marL="13970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else</a:t>
            </a:r>
            <a:r>
              <a:rPr lang="en-US" dirty="0" smtClean="0"/>
              <a:t> </a:t>
            </a:r>
          </a:p>
          <a:p>
            <a:pPr marL="139700" indent="0">
              <a:buNone/>
            </a:pPr>
            <a:r>
              <a:rPr lang="en-US" dirty="0" smtClean="0"/>
              <a:t>    {</a:t>
            </a:r>
            <a:endParaRPr lang="en-US" dirty="0"/>
          </a:p>
          <a:p>
            <a:pPr marL="139700" indent="0">
              <a:buNone/>
            </a:pPr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#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Print the number to the screen</a:t>
            </a:r>
            <a:endParaRPr lang="en-US" dirty="0" smtClean="0"/>
          </a:p>
          <a:p>
            <a:pPr marL="13970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      Write-Output</a:t>
            </a:r>
            <a:r>
              <a:rPr lang="en-US" dirty="0" smtClean="0"/>
              <a:t> “Number</a:t>
            </a:r>
            <a:r>
              <a:rPr lang="en-US" dirty="0"/>
              <a:t>: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num</a:t>
            </a:r>
            <a:r>
              <a:rPr lang="en-US" dirty="0" smtClean="0"/>
              <a:t>“</a:t>
            </a:r>
          </a:p>
          <a:p>
            <a:pPr marL="139700" indent="0">
              <a:buNone/>
            </a:pPr>
            <a:r>
              <a:rPr lang="en-US" dirty="0"/>
              <a:t> </a:t>
            </a:r>
            <a:r>
              <a:rPr lang="en-US" dirty="0" smtClean="0"/>
              <a:t>   }</a:t>
            </a:r>
            <a:endParaRPr lang="en-US" dirty="0"/>
          </a:p>
          <a:p>
            <a:pPr marL="139700" indent="0">
              <a:buNone/>
            </a:pPr>
            <a:r>
              <a:rPr lang="en-US" dirty="0"/>
              <a:t>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259" y="1520524"/>
            <a:ext cx="2118783" cy="2124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47988" y="3645521"/>
            <a:ext cx="2038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Code and deck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67914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6"/>
          <p:cNvSpPr txBox="1">
            <a:spLocks noGrp="1"/>
          </p:cNvSpPr>
          <p:nvPr>
            <p:ph type="title"/>
          </p:nvPr>
        </p:nvSpPr>
        <p:spPr>
          <a:xfrm>
            <a:off x="434970" y="309563"/>
            <a:ext cx="825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</a:pPr>
            <a:r>
              <a:rPr lang="en-US" dirty="0" smtClean="0"/>
              <a:t>Continue</a:t>
            </a:r>
            <a:endParaRPr dirty="0"/>
          </a:p>
        </p:txBody>
      </p:sp>
      <p:sp>
        <p:nvSpPr>
          <p:cNvPr id="1120" name="Google Shape;1120;p66"/>
          <p:cNvSpPr txBox="1">
            <a:spLocks noGrp="1"/>
          </p:cNvSpPr>
          <p:nvPr>
            <p:ph type="subTitle" idx="1"/>
          </p:nvPr>
        </p:nvSpPr>
        <p:spPr>
          <a:xfrm>
            <a:off x="444765" y="608873"/>
            <a:ext cx="82431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/>
              <a:t>Skips the rest of the current iteration and moves to the next</a:t>
            </a:r>
            <a:endParaRPr dirty="0"/>
          </a:p>
        </p:txBody>
      </p:sp>
      <p:sp>
        <p:nvSpPr>
          <p:cNvPr id="1121" name="Google Shape;1121;p66"/>
          <p:cNvSpPr txBox="1">
            <a:spLocks noGrp="1"/>
          </p:cNvSpPr>
          <p:nvPr>
            <p:ph type="body" idx="2"/>
          </p:nvPr>
        </p:nvSpPr>
        <p:spPr>
          <a:xfrm>
            <a:off x="462499" y="1200151"/>
            <a:ext cx="8231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indent="0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$numbers </a:t>
            </a:r>
            <a:r>
              <a:rPr lang="en-US" dirty="0"/>
              <a:t>= 1</a:t>
            </a:r>
            <a:r>
              <a:rPr lang="en-US" dirty="0" smtClean="0"/>
              <a:t>..25</a:t>
            </a:r>
            <a:endParaRPr lang="en-US" dirty="0"/>
          </a:p>
          <a:p>
            <a:pPr marL="139700" indent="0">
              <a:buNone/>
            </a:pP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foreach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($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num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/>
              <a:t>in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$numbers</a:t>
            </a:r>
            <a:r>
              <a:rPr lang="en-US" dirty="0"/>
              <a:t>) {</a:t>
            </a:r>
          </a:p>
          <a:p>
            <a:pPr marL="13970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if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($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num</a:t>
            </a:r>
            <a:r>
              <a:rPr lang="en-US" dirty="0"/>
              <a:t> </a:t>
            </a:r>
            <a:r>
              <a:rPr lang="en-US" dirty="0" smtClean="0"/>
              <a:t>-like “*3*”)</a:t>
            </a:r>
            <a:endParaRPr lang="en-US" dirty="0"/>
          </a:p>
          <a:p>
            <a:pPr marL="139700" indent="0">
              <a:buNone/>
            </a:pPr>
            <a:r>
              <a:rPr lang="en-US" dirty="0"/>
              <a:t>    {</a:t>
            </a:r>
          </a:p>
          <a:p>
            <a:pPr marL="139700" indent="0">
              <a:buNone/>
            </a:pPr>
            <a:r>
              <a:rPr lang="en-US" dirty="0"/>
              <a:t>        </a:t>
            </a:r>
            <a:r>
              <a:rPr lang="en-US" dirty="0" smtClean="0"/>
              <a:t># Skips this number</a:t>
            </a:r>
          </a:p>
          <a:p>
            <a:pPr marL="13970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      continue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pPr marL="139700" indent="0">
              <a:buNone/>
            </a:pPr>
            <a:r>
              <a:rPr lang="en-US" dirty="0"/>
              <a:t>    }</a:t>
            </a:r>
          </a:p>
          <a:p>
            <a:pPr marL="13970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else</a:t>
            </a:r>
            <a:r>
              <a:rPr lang="en-US" dirty="0"/>
              <a:t> </a:t>
            </a:r>
          </a:p>
          <a:p>
            <a:pPr marL="139700" indent="0">
              <a:buNone/>
            </a:pPr>
            <a:r>
              <a:rPr lang="en-US" dirty="0"/>
              <a:t>    {</a:t>
            </a:r>
          </a:p>
          <a:p>
            <a:pPr marL="13970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     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# Print the number to the screen</a:t>
            </a:r>
          </a:p>
          <a:p>
            <a:pPr marL="13970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      Write-Output</a:t>
            </a:r>
            <a:r>
              <a:rPr lang="en-US" dirty="0" smtClean="0"/>
              <a:t> </a:t>
            </a:r>
            <a:r>
              <a:rPr lang="en-US" dirty="0"/>
              <a:t>“Number: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num</a:t>
            </a:r>
            <a:r>
              <a:rPr lang="en-US" dirty="0"/>
              <a:t>“</a:t>
            </a:r>
          </a:p>
          <a:p>
            <a:pPr marL="139700" indent="0">
              <a:buNone/>
            </a:pPr>
            <a:r>
              <a:rPr lang="en-US" dirty="0"/>
              <a:t>    }</a:t>
            </a:r>
          </a:p>
          <a:p>
            <a:pPr marL="139700" indent="0">
              <a:buNone/>
            </a:pPr>
            <a:r>
              <a:rPr lang="en-US" dirty="0"/>
              <a:t>}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259" y="1520524"/>
            <a:ext cx="2118783" cy="2124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47988" y="3645521"/>
            <a:ext cx="2038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Code and deck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41243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67"/>
          <p:cNvSpPr txBox="1">
            <a:spLocks noGrp="1"/>
          </p:cNvSpPr>
          <p:nvPr>
            <p:ph type="title"/>
          </p:nvPr>
        </p:nvSpPr>
        <p:spPr>
          <a:xfrm>
            <a:off x="441946" y="1575061"/>
            <a:ext cx="4454700" cy="9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 sz="3000">
                <a:solidFill>
                  <a:schemeClr val="lt1"/>
                </a:solidFill>
              </a:rPr>
              <a:t>Please take </a:t>
            </a:r>
            <a:br>
              <a:rPr lang="en" sz="3000">
                <a:solidFill>
                  <a:schemeClr val="lt1"/>
                </a:solidFill>
              </a:rPr>
            </a:br>
            <a:r>
              <a:rPr lang="en" sz="3000">
                <a:solidFill>
                  <a:schemeClr val="lt1"/>
                </a:solidFill>
              </a:rPr>
              <a:t>your survey.</a:t>
            </a:r>
            <a:endParaRPr sz="3000"/>
          </a:p>
        </p:txBody>
      </p:sp>
      <p:pic>
        <p:nvPicPr>
          <p:cNvPr id="1127" name="Google Shape;112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6650" y="1011039"/>
            <a:ext cx="3121425" cy="312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69"/>
          <p:cNvSpPr txBox="1">
            <a:spLocks noGrp="1"/>
          </p:cNvSpPr>
          <p:nvPr>
            <p:ph type="title"/>
          </p:nvPr>
        </p:nvSpPr>
        <p:spPr>
          <a:xfrm>
            <a:off x="441946" y="1575061"/>
            <a:ext cx="4454700" cy="9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</a:pPr>
            <a:r>
              <a:rPr lang="en" sz="4500">
                <a:solidFill>
                  <a:schemeClr val="lt1"/>
                </a:solidFill>
              </a:rPr>
              <a:t>Thank You</a:t>
            </a:r>
            <a:endParaRPr sz="45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259" y="1520524"/>
            <a:ext cx="2118783" cy="21249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47988" y="3645521"/>
            <a:ext cx="2038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Code and deck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Mware 2025 Light">
  <a:themeElements>
    <a:clrScheme name="VMware-Light">
      <a:dk1>
        <a:srgbClr val="000000"/>
      </a:dk1>
      <a:lt1>
        <a:srgbClr val="FFFFFF"/>
      </a:lt1>
      <a:dk2>
        <a:srgbClr val="1B1D36"/>
      </a:dk2>
      <a:lt2>
        <a:srgbClr val="EEEEEE"/>
      </a:lt2>
      <a:accent1>
        <a:srgbClr val="007B8C"/>
      </a:accent1>
      <a:accent2>
        <a:srgbClr val="005C8A"/>
      </a:accent2>
      <a:accent3>
        <a:srgbClr val="0098C7"/>
      </a:accent3>
      <a:accent4>
        <a:srgbClr val="61A60E"/>
      </a:accent4>
      <a:accent5>
        <a:srgbClr val="6C4B94"/>
      </a:accent5>
      <a:accent6>
        <a:srgbClr val="F3BA16"/>
      </a:accent6>
      <a:hlink>
        <a:srgbClr val="0098C7"/>
      </a:hlink>
      <a:folHlink>
        <a:srgbClr val="6C4B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998</Words>
  <Application>Microsoft Office PowerPoint</Application>
  <PresentationFormat>On-screen Show (16:9)</PresentationFormat>
  <Paragraphs>198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NTR</vt:lpstr>
      <vt:lpstr>Open Sans</vt:lpstr>
      <vt:lpstr>Simple Light</vt:lpstr>
      <vt:lpstr>VMware 2025 Light</vt:lpstr>
      <vt:lpstr>PowerPoint Presentation</vt:lpstr>
      <vt:lpstr>Justin P. Sider</vt:lpstr>
      <vt:lpstr>Agenda</vt:lpstr>
      <vt:lpstr>For</vt:lpstr>
      <vt:lpstr>ForEach-Object</vt:lpstr>
      <vt:lpstr>Foreach</vt:lpstr>
      <vt:lpstr>While</vt:lpstr>
      <vt:lpstr>Do While</vt:lpstr>
      <vt:lpstr>Do Until</vt:lpstr>
      <vt:lpstr>Break</vt:lpstr>
      <vt:lpstr>Continue</vt:lpstr>
      <vt:lpstr>Please take  your survey.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jpsider</cp:lastModifiedBy>
  <cp:revision>12</cp:revision>
  <dcterms:modified xsi:type="dcterms:W3CDTF">2026-06-15T23:30:48Z</dcterms:modified>
</cp:coreProperties>
</file>